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48794e-648e-5a50-1698-a5c864a0f6c8}">
          <p14:sldIdLst>
            <p14:sldId id="256"/>
            <p14:sldId id="257"/>
          </p14:sldIdLst>
        </p14:section>
        <p14:section name="Patient A" id="{147746e5-a681-49db-747d-397e14c0952a}">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96432cc4-e435-acf2-ed9f-8d6a58aaaa0c}">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eac288ad-4daa-7f0d-8c5c-128c51efb594}">
          <p14:sldIdLst>
            <p14:sldId id="372"/>
            <p14:sldId id="373"/>
            <p14:sldId id="374"/>
            <p14:sldId id="375"/>
          </p14:sldIdLst>
        </p14:section>
        <p14:section name="Appendix" id="{801decd0-bdb0-8a71-7870-22d227111031}">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7-1.jp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jp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jpg"/><Relationship Id="rId2" Type="http://schemas.openxmlformats.org/officeDocument/2006/relationships/slideLayout" Target="../slideLayouts/slideLayout4.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41964"/>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41247" y="2514600"/>
            <a:ext cx="410920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323505" y="2514600"/>
            <a:ext cx="3544685"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4438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853753" y="2514600"/>
            <a:ext cx="24841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0136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201211" y="2514600"/>
            <a:ext cx="378927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81682" y="2377440"/>
            <a:ext cx="1810636"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08082" y="2514600"/>
            <a:ext cx="217553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91875" y="1188720"/>
            <a:ext cx="231593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6597" y="2788920"/>
            <a:ext cx="4098500"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589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64821" y="2148840"/>
            <a:ext cx="5662052"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20947"/>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57508" y="2514600"/>
            <a:ext cx="4676679"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4056822"/>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4697073" y="3063240"/>
            <a:ext cx="2797549"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2956736" y="2148840"/>
            <a:ext cx="627822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71919" y="2926080"/>
            <a:ext cx="3447858"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39860" y="2148840"/>
            <a:ext cx="471197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457200" y="1325880"/>
            <a:ext cx="630936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did a falling ALT make you more worried?</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When is CRRT right before the creatinine is high?</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isn't lactulose for ACLF evidence for ALF?</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What would make you change yesterday's plan?</a:t>
            </a:r>
            <a:endParaRPr lang="en-US" sz="2000" dirty="0"/>
          </a:p>
        </p:txBody>
      </p:sp>
      <p:pic>
        <p:nvPicPr>
          <p:cNvPr id="4" name="Image 0" descr="Watercolor of two empty ICU beds side by side">    </p:cNvPr>
          <p:cNvPicPr>
            <a:picLocks noChangeAspect="1"/>
          </p:cNvPicPr>
          <p:nvPr/>
        </p:nvPicPr>
        <p:blipFill>
          <a:blip r:embed="rId1"/>
          <a:stretch>
            <a:fillRect/>
          </a:stretch>
        </p:blipFill>
        <p:spPr>
          <a:xfrm>
            <a:off x="6903720" y="1463040"/>
            <a:ext cx="4983480" cy="3397827"/>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47118"/>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2026-10-27T02:10:23Z</dcterms:created>
  <dcterms:modified xsi:type="dcterms:W3CDTF">2026-10-27T02:10:23Z</dcterms:modified>
</cp:coreProperties>
</file>