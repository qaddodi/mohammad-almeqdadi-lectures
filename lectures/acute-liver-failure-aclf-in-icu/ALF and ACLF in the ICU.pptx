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13.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charts/chart14.xml" ContentType="application/vnd.openxmlformats-officedocument.drawingml.chart+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Lst>
  <p:notesMasterIdLst>
    <p:notesMasterId r:id="rId1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82833d-1d8a-7b58-b9ff-dbd8f6415d39}">
          <p14:sldIdLst>
            <p14:sldId id="256"/>
            <p14:sldId id="257"/>
          </p14:sldIdLst>
        </p14:section>
        <p14:section name="Patient A" id="{0343e921-b822-ea68-514e-2e9b9eebba36}">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tient B" id="{a13daf8d-411b-856c-1ec6-68f4ccfd67e0}">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Closing" id="{82fce0b1-4388-1caa-b568-45a102ecce8e}">
          <p14:sldIdLst>
            <p14:sldId id="358"/>
            <p14:sldId id="359"/>
            <p14:sldId id="360"/>
            <p14:sldId id="361"/>
          </p14:sldIdLst>
        </p14:section>
        <p14:section name="Appendix" id="{50be80d7-c8d2-7200-b780-ceba239fb274}">
          <p14:sldIdLst>
            <p14:sldId id="362"/>
            <p14:sldId id="363"/>
            <p14:sldId id="364"/>
            <p14:sldId id="365"/>
            <p14:sldId id="366"/>
            <p14:sldId id="367"/>
            <p14:sldId id="3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notesMaster" Target="notesMasters/notesMaster1.xml"/><Relationship Id="rId116" Type="http://schemas.openxmlformats.org/officeDocument/2006/relationships/presProps" Target="presProps.xml"/><Relationship Id="rId117" Type="http://schemas.openxmlformats.org/officeDocument/2006/relationships/viewProps" Target="viewProps.xml"/><Relationship Id="rId118" Type="http://schemas.openxmlformats.org/officeDocument/2006/relationships/theme" Target="theme/theme1.xml"/><Relationship Id="rId1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2.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2.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2.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0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113</Slides>
  <Notes>113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113</vt:i4>
      </vt:variant>
    </vt:vector>
  </HeadingPairs>
  <TitlesOfParts>
    <vt:vector size="1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2026-10-28T00:43:02Z</dcterms:created>
  <dcterms:modified xsi:type="dcterms:W3CDTF">2026-10-28T00:43:02Z</dcterms:modified>
</cp:coreProperties>
</file>