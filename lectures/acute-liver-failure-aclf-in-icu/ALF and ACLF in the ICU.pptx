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charts/chart14.xml" ContentType="application/vnd.openxmlformats-officedocument.drawingml.chart+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notesMasterIdLst>
    <p:notesMasterId r:id="rId1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db3310-5a68-0d3b-0266-93cf44976414}">
          <p14:sldIdLst>
            <p14:sldId id="256"/>
            <p14:sldId id="257"/>
          </p14:sldIdLst>
        </p14:section>
        <p14:section name="Patient A" id="{bad63e9c-7a7c-72cd-d4d1-881ef1c92743}">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Patient B" id="{f087d4c4-6d8f-d4e2-289f-8511411e2d0d}">
          <p14:sldIdLst>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Lst>
        </p14:section>
        <p14:section name="Closing" id="{a65fc150-e60d-3d77-43c3-10a6ddd01358}">
          <p14:sldIdLst>
            <p14:sldId id="362"/>
            <p14:sldId id="363"/>
            <p14:sldId id="364"/>
            <p14:sldId id="365"/>
          </p14:sldIdLst>
        </p14:section>
        <p14:section name="Appendix" id="{4a0ee2ad-2aad-6f74-9891-cbf4b3138255}">
          <p14:sldIdLst>
            <p14:sldId id="366"/>
            <p14:sldId id="367"/>
            <p14:sldId id="368"/>
            <p14:sldId id="369"/>
            <p14:sldId id="370"/>
            <p14:sldId id="37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so the sicker patients may have been the ones who got it.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so the sicker patients may have been the ones who got it.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2.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2.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2.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png"/><Relationship Id="rId3" Type="http://schemas.openxmlformats.org/officeDocument/2006/relationships/slideLayout" Target="../slideLayouts/slideLayout4.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24/69</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30/69</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2103120"/>
                <a:gridCol w="2916936"/>
                <a:gridCol w="2935224"/>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2103120"/>
                <a:gridCol w="2916936"/>
                <a:gridCol w="2935224"/>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58.7% vs 47.8% (HR 0.56)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51.4% vs 62.6% (p = 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blinded; 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Retrospective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365760" y="5120640"/>
            <a:ext cx="795528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Better blood pressure, no proven survival benefit</a:t>
            </a:r>
            <a:endParaRPr lang="en-US" sz="2200" dirty="0"/>
          </a:p>
        </p:txBody>
      </p:sp>
      <p:pic>
        <p:nvPicPr>
          <p:cNvPr id="5"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39/69</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40/69</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41/69</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42/69</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Check the IVC, lungs and heart before more fluid</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49/69</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50/69</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52/69</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a precipitant. The ammonia level won't help</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55/69</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58/69</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9"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60/69</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62/69</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64/69</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66/69</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67/69</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68/69</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69/69</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in ALF.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Burke L et al. Plasma exchange in a real-world ALF cohort. J Hepatol 2025;82:615-21 [PMID: 39362282]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117</Slides>
  <Notes>117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2026-10-28T15:07:01Z</dcterms:created>
  <dcterms:modified xsi:type="dcterms:W3CDTF">2026-10-28T15:07:01Z</dcterms:modified>
</cp:coreProperties>
</file>