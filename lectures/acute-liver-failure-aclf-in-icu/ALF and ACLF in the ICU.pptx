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e9feb5-c337-0529-35bd-ecdc0a3140a2}">
          <p14:sldIdLst>
            <p14:sldId id="256"/>
            <p14:sldId id="257"/>
          </p14:sldIdLst>
        </p14:section>
        <p14:section name="Patient A: acute liver failure" id="{a8d33600-87fa-aad0-1897-79032704b4c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613d351a-de38-1a76-55e3-97fe02a241e6}">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08c118a1-e1c3-66e6-9ed5-d81f95bc9a26}">
          <p14:sldIdLst>
            <p14:sldId id="368"/>
            <p14:sldId id="369"/>
            <p14:sldId id="370"/>
            <p14:sldId id="371"/>
          </p14:sldIdLst>
        </p14:section>
        <p14:section name="Appendix" id="{1ab6d6cd-b02e-d2dd-c498-49cacc93ca2a}">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ealthy liver">    </p:cNvPr>
          <p:cNvPicPr>
            <a:picLocks noChangeAspect="1"/>
          </p:cNvPicPr>
          <p:nvPr/>
        </p:nvPicPr>
        <p:blipFill>
          <a:blip r:embed="rId1"/>
          <a:stretch>
            <a:fillRect/>
          </a:stretch>
        </p:blipFill>
        <p:spPr>
          <a:xfrm>
            <a:off x="971728" y="502920"/>
            <a:ext cx="3908705" cy="2514600"/>
          </a:xfrm>
          <a:prstGeom prst="rect">
            <a:avLst/>
          </a:prstGeom>
        </p:spPr>
      </p:pic>
      <p:sp>
        <p:nvSpPr>
          <p:cNvPr id="3" name="Text 0"/>
          <p:cNvSpPr txBox="1"/>
          <p:nvPr/>
        </p:nvSpPr>
        <p:spPr>
          <a:xfrm>
            <a:off x="365760" y="3017520"/>
            <a:ext cx="5120640" cy="365760"/>
          </a:xfrm>
          <a:prstGeom prst="rect">
            <a:avLst/>
          </a:prstGeom>
          <a:noFill/>
          <a:ln/>
        </p:spPr>
        <p:txBody>
          <a:bodyPr wrap="square" lIns="0" tIns="0" rIns="0" bIns="0" rtlCol="0" anchor="ctr"/>
          <a:lstStyle/>
          <a:p>
            <a:pPr algn="ctr" indent="0" marL="0">
              <a:buNone/>
            </a:pPr>
            <a:r>
              <a:rPr lang="en-US" sz="1600" i="1" dirty="0">
                <a:solidFill>
                  <a:srgbClr val="7F7F7F"/>
                </a:solidFill>
                <a:latin typeface="Georgia" pitchFamily="34" charset="0"/>
                <a:ea typeface="Georgia" pitchFamily="34" charset="-122"/>
                <a:cs typeface="Georgia" pitchFamily="34" charset="-120"/>
              </a:rPr>
              <a:t>Bed 4: a liver that was normal last week</a:t>
            </a:r>
            <a:endParaRPr lang="en-US" sz="1600" dirty="0"/>
          </a:p>
        </p:txBody>
      </p:sp>
      <p:pic>
        <p:nvPicPr>
          <p:cNvPr id="4" name="Image 1" descr="Cirrhotic liver">    </p:cNvPr>
          <p:cNvPicPr>
            <a:picLocks noChangeAspect="1"/>
          </p:cNvPicPr>
          <p:nvPr/>
        </p:nvPicPr>
        <p:blipFill>
          <a:blip r:embed="rId2"/>
          <a:stretch>
            <a:fillRect/>
          </a:stretch>
        </p:blipFill>
        <p:spPr>
          <a:xfrm>
            <a:off x="1108744" y="3520440"/>
            <a:ext cx="3634673" cy="2514600"/>
          </a:xfrm>
          <a:prstGeom prst="rect">
            <a:avLst/>
          </a:prstGeom>
        </p:spPr>
      </p:pic>
      <p:sp>
        <p:nvSpPr>
          <p:cNvPr id="5" name="Text 1"/>
          <p:cNvSpPr txBox="1"/>
          <p:nvPr/>
        </p:nvSpPr>
        <p:spPr>
          <a:xfrm>
            <a:off x="365760" y="6035040"/>
            <a:ext cx="5120640" cy="365760"/>
          </a:xfrm>
          <a:prstGeom prst="rect">
            <a:avLst/>
          </a:prstGeom>
          <a:noFill/>
          <a:ln/>
        </p:spPr>
        <p:txBody>
          <a:bodyPr wrap="square" lIns="0" tIns="0" rIns="0" bIns="0" rtlCol="0" anchor="ctr"/>
          <a:lstStyle/>
          <a:p>
            <a:pPr algn="ctr" indent="0" marL="0">
              <a:buNone/>
            </a:pPr>
            <a:r>
              <a:rPr lang="en-US" sz="1600" i="1" dirty="0">
                <a:solidFill>
                  <a:srgbClr val="7F7F7F"/>
                </a:solidFill>
                <a:latin typeface="Georgia" pitchFamily="34" charset="0"/>
                <a:ea typeface="Georgia" pitchFamily="34" charset="-122"/>
                <a:cs typeface="Georgia" pitchFamily="34" charset="-120"/>
              </a:rPr>
              <a:t>Bed 7: cirrhosis, and now organ failure</a:t>
            </a:r>
            <a:endParaRPr lang="en-US" sz="1600" dirty="0"/>
          </a:p>
        </p:txBody>
      </p:sp>
      <p:sp>
        <p:nvSpPr>
          <p:cNvPr id="6" name="Text 2"/>
          <p:cNvSpPr txBox="1"/>
          <p:nvPr/>
        </p:nvSpPr>
        <p:spPr>
          <a:xfrm>
            <a:off x="5760720" y="1188720"/>
            <a:ext cx="611093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7" name="Text 3"/>
          <p:cNvSpPr txBox="1"/>
          <p:nvPr/>
        </p:nvSpPr>
        <p:spPr>
          <a:xfrm>
            <a:off x="5760720" y="2651760"/>
            <a:ext cx="6110935" cy="457200"/>
          </a:xfrm>
          <a:prstGeom prst="rect">
            <a:avLst/>
          </a:prstGeom>
          <a:noFill/>
          <a:ln/>
        </p:spPr>
        <p:txBody>
          <a:bodyPr wrap="square" lIns="0" tIns="0" rIns="0" bIns="0" rtlCol="0" anchor="ctr"/>
          <a:lstStyle/>
          <a:p>
            <a:pPr algn="ctr" indent="0" marL="0">
              <a:buNone/>
            </a:pPr>
            <a:r>
              <a:rPr lang="en-US" sz="2200" i="1" dirty="0">
                <a:solidFill>
                  <a:srgbClr val="595959"/>
                </a:solidFill>
                <a:latin typeface="Georgia" pitchFamily="34" charset="0"/>
                <a:ea typeface="Georgia" pitchFamily="34" charset="-122"/>
                <a:cs typeface="Georgia" pitchFamily="34" charset="-120"/>
              </a:rPr>
              <a:t>A guide for the night shift</a:t>
            </a:r>
            <a:endParaRPr lang="en-US" sz="2200" dirty="0"/>
          </a:p>
        </p:txBody>
      </p:sp>
      <p:sp>
        <p:nvSpPr>
          <p:cNvPr id="8" name="Shape 4"/>
          <p:cNvSpPr/>
          <p:nvPr/>
        </p:nvSpPr>
        <p:spPr>
          <a:xfrm>
            <a:off x="6858000" y="3429000"/>
            <a:ext cx="3916375" cy="0"/>
          </a:xfrm>
          <a:prstGeom prst="line">
            <a:avLst/>
          </a:prstGeom>
          <a:noFill/>
          <a:ln w="12700">
            <a:solidFill>
              <a:srgbClr val="A6A6A6"/>
            </a:solidFill>
            <a:prstDash val="solid"/>
          </a:ln>
        </p:spPr>
      </p:sp>
      <p:sp>
        <p:nvSpPr>
          <p:cNvPr id="9" name="Text 5"/>
          <p:cNvSpPr txBox="1"/>
          <p:nvPr/>
        </p:nvSpPr>
        <p:spPr>
          <a:xfrm>
            <a:off x="5760720" y="3657600"/>
            <a:ext cx="6110935" cy="114300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p:txBody>
      </p:sp>
      <p:pic>
        <p:nvPicPr>
          <p:cNvPr id="10" name="Image 2" descr="Tufts University School of Medicine">    </p:cNvPr>
          <p:cNvPicPr>
            <a:picLocks noChangeAspect="1"/>
          </p:cNvPicPr>
          <p:nvPr/>
        </p:nvPicPr>
        <p:blipFill>
          <a:blip r:embed="rId3"/>
          <a:stretch>
            <a:fillRect/>
          </a:stretch>
        </p:blipFill>
        <p:spPr>
          <a:xfrm>
            <a:off x="7083400" y="507492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tonight?</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2026-10-26T21:35:58Z</dcterms:created>
  <dcterms:modified xsi:type="dcterms:W3CDTF">2026-10-26T21:35:58Z</dcterms:modified>
</cp:coreProperties>
</file>