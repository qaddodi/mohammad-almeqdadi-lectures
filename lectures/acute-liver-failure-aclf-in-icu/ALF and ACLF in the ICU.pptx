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13.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charts/chart14.xml" ContentType="application/vnd.openxmlformats-officedocument.drawingml.chart+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Lst>
  <p:notesMasterIdLst>
    <p:notesMasterId r:id="rId1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d6389c-85e2-0648-ef05-ad448b73b7df}">
          <p14:sldIdLst>
            <p14:sldId id="256"/>
            <p14:sldId id="257"/>
          </p14:sldIdLst>
        </p14:section>
        <p14:section name="Patient A" id="{1785a051-13f2-3b2c-9ca4-53b5d76e12f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Patient B" id="{1452a563-29c3-aa8b-d5e0-94783dfc2ad5}">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Lst>
        </p14:section>
        <p14:section name="Closing" id="{a83e5139-f83f-8289-741f-88ea77787cce}">
          <p14:sldIdLst>
            <p14:sldId id="358"/>
            <p14:sldId id="359"/>
            <p14:sldId id="360"/>
            <p14:sldId id="361"/>
          </p14:sldIdLst>
        </p14:section>
        <p14:section name="Appendix" id="{c2fad690-c636-d54a-a4ac-290997b9f17d}">
          <p14:sldIdLst>
            <p14:sldId id="362"/>
            <p14:sldId id="363"/>
            <p14:sldId id="364"/>
            <p14:sldId id="365"/>
            <p14:sldId id="366"/>
            <p14:sldId id="367"/>
            <p14:sldId id="3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notesMaster" Target="notesMasters/notesMaster1.xml"/><Relationship Id="rId116" Type="http://schemas.openxmlformats.org/officeDocument/2006/relationships/presProps" Target="presProps.xml"/><Relationship Id="rId117" Type="http://schemas.openxmlformats.org/officeDocument/2006/relationships/viewProps" Target="viewProps.xml"/><Relationship Id="rId118" Type="http://schemas.openxmlformats.org/officeDocument/2006/relationships/theme" Target="theme/theme1.xml"/><Relationship Id="rId1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2.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2.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2.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51/67</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52/67</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53/67</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54/67</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55/67</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56/67</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57/67</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58/67</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59/67</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60/67</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61/67</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62/67</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0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63/67</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64/67</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65/67</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66/67</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67/67</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113</Slides>
  <Notes>113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113</vt:i4>
      </vt:variant>
    </vt:vector>
  </HeadingPairs>
  <TitlesOfParts>
    <vt:vector size="1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2026-10-28T00:53:12Z</dcterms:created>
  <dcterms:modified xsi:type="dcterms:W3CDTF">2026-10-28T00:53:12Z</dcterms:modified>
</cp:coreProperties>
</file>