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9.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charts/chart12.xml" ContentType="application/vnd.openxmlformats-officedocument.drawingml.chart+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charts/chart13.xml" ContentType="application/vnd.openxmlformats-officedocument.drawingml.chart+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charts/chart14.xml" ContentType="application/vnd.openxmlformats-officedocument.drawingml.chart+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Lst>
  <p:notesMasterIdLst>
    <p:notesMasterId r:id="rId1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a96188-1634-ca5c-9968-e908e1d090b6}">
          <p14:sldIdLst>
            <p14:sldId id="256"/>
            <p14:sldId id="257"/>
          </p14:sldIdLst>
        </p14:section>
        <p14:section name="Patient A" id="{30f3b53f-302a-989c-e32b-d163025eb422}">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Lst>
        </p14:section>
        <p14:section name="Patient B" id="{1d511e3b-88c6-99d1-6bce-0dc0bcc93038}">
          <p14:sldIdLst>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Lst>
        </p14:section>
        <p14:section name="Closing" id="{a6de80e0-ed9c-9b26-0705-841360f95ed1}">
          <p14:sldIdLst>
            <p14:sldId id="370"/>
            <p14:sldId id="371"/>
            <p14:sldId id="372"/>
            <p14:sldId id="373"/>
          </p14:sldIdLst>
        </p14:section>
        <p14:section name="Appendix" id="{cba037e5-5607-71b5-6ac5-d81e76822cfc}">
          <p14:sldIdLst>
            <p14:sldId id="374"/>
            <p14:sldId id="375"/>
            <p14:sldId id="376"/>
            <p14:sldId id="377"/>
            <p14:sldId id="378"/>
            <p14:sldId id="379"/>
            <p14:sldId id="3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notesMaster" Target="notesMasters/notesMaster1.xml"/><Relationship Id="rId128" Type="http://schemas.openxmlformats.org/officeDocument/2006/relationships/presProps" Target="presProps.xml"/><Relationship Id="rId129" Type="http://schemas.openxmlformats.org/officeDocument/2006/relationships/viewProps" Target="viewProps.xml"/><Relationship Id="rId130" Type="http://schemas.openxmlformats.org/officeDocument/2006/relationships/theme" Target="theme/theme1.xml"/><Relationship Id="rId1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admission,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2.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2.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slideLayout" Target="../slideLayouts/slideLayout2.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4.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2.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4.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2.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the first-hour care of ALF: cause, NAC, glucose, airway</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Protect the brain in ALF and know when to intubate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CRRT for ammonia without waiting for a renal indication</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Diagnose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 including HRS-AKI, without hurting the lungs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Call transplant hepatology early anyway</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on admission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21/86</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21/86</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22/86</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22/86</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23/86</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24/86</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25/86</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27/86</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28/86</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29/86</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29/86</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30/86</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30/86</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32/86</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32/86</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33/86</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34/86</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35/86</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35/86</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36/86</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36/86</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37/86</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38/86</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38/86</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39/86</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39/86</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40/86</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40/86</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41/86</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41/86</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42/86</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44/86</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45/86</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46/86</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46/86</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47/86</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47/86</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48/86</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48/86</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49/86</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50/86</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51/86</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51/86</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52/86</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52/86</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53/86</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54/86</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55/86</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56/86</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57/86</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8"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58/86</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58/86</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59/86</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60/86</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61/86</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61/86</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62/86</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62/86</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63/86</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64/86</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64/86</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65/86</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66/86</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66/86</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67/86</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68/86</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68/86</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69/86</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70/86</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70/86</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71/86</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71/86</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72/86</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73/86</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73/86</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74/86</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4"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75/86</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75/86</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76/86</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77/86</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78/86</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79/86</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80/86</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81/86</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82/86</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83/86</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84/86</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85/86</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86/86</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125</Slides>
  <Notes>125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125</vt:i4>
      </vt:variant>
    </vt:vector>
  </HeadingPairs>
  <TitlesOfParts>
    <vt:vector size="1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2026-10-26T23:48:16Z</dcterms:created>
  <dcterms:modified xsi:type="dcterms:W3CDTF">2026-10-26T23:48:16Z</dcterms:modified>
</cp:coreProperties>
</file>