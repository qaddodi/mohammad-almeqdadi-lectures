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charts/chart13.xml" ContentType="application/vnd.openxmlformats-officedocument.drawingml.chart+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charts/chart14.xml" ContentType="application/vnd.openxmlformats-officedocument.drawingml.chart+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charts/chart15.xml" ContentType="application/vnd.openxmlformats-officedocument.drawingml.chart+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Lst>
  <p:notesMasterIdLst>
    <p:notesMasterId r:id="rId1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a65d8a-79a8-8dbc-8af1-ff085d3952e4}">
          <p14:sldIdLst>
            <p14:sldId id="256"/>
            <p14:sldId id="257"/>
          </p14:sldIdLst>
        </p14:section>
        <p14:section name="Patient A" id="{27990d93-def8-3d6c-a5f5-2efbd7c3e461}">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Lst>
        </p14:section>
        <p14:section name="Patient B" id="{d0d0e892-761b-6b68-ec0a-fd60712c4038}">
          <p14:sldIdLst>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Lst>
        </p14:section>
        <p14:section name="Closing" id="{ca8937d7-c828-76e1-fae8-1e6121d22f63}">
          <p14:sldIdLst>
            <p14:sldId id="371"/>
            <p14:sldId id="372"/>
            <p14:sldId id="373"/>
            <p14:sldId id="374"/>
          </p14:sldIdLst>
        </p14:section>
        <p14:section name="Appendix" id="{e21f5287-0de5-f014-353b-7a047deda19b}">
          <p14:sldIdLst>
            <p14:sldId id="375"/>
            <p14:sldId id="376"/>
            <p14:sldId id="377"/>
            <p14:sldId id="378"/>
            <p14:sldId id="379"/>
            <p14:sldId id="380"/>
            <p14:sldId id="3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notesMaster" Target="notesMasters/notesMaster1.xml"/><Relationship Id="rId129" Type="http://schemas.openxmlformats.org/officeDocument/2006/relationships/presProps" Target="presProps.xml"/><Relationship Id="rId130" Type="http://schemas.openxmlformats.org/officeDocument/2006/relationships/viewProps" Target="viewProps.xml"/><Relationship Id="rId131" Type="http://schemas.openxmlformats.org/officeDocument/2006/relationships/theme" Target="theme/theme1.xml"/><Relationship Id="rId1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2.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4.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2.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slideLayout" Target="../slideLayouts/slideLayout2.xm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image" Target="../media/image-112-2.png"/><Relationship Id="rId3" Type="http://schemas.openxmlformats.org/officeDocument/2006/relationships/slideLayout" Target="../slideLayouts/slideLayout2.xml"/><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jpg"/><Relationship Id="rId2" Type="http://schemas.openxmlformats.org/officeDocument/2006/relationships/slideLayout" Target="../slideLayouts/slideLayout2.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4.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2.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9/77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9/77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10/77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11/77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12/77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12/77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13/77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13/77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14/77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15/77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15/77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16/77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17/77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17/77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18/77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19/77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19/77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20/77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20/77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21/77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21/77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22/77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22/77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23/77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23/77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26/77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27/77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27/77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29/77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29/77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30/77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31/77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31/77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32/77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33/77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33/77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33/77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37/77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37/77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195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39/77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Not blinded; nothing on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 bridge; don't delay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195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39/77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40/77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41/77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42/77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43/77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47/77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49/77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49/77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50/77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50/77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51/77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52/77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53/77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57/77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59/77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59/77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60/77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60/77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61/77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62/77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62/77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63/77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67/77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58985" y="2926080"/>
            <a:ext cx="3473726"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69/77</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69/77</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70/77</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71/77</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71/77</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72/77</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73/77</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73/77</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74/77</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75/77</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76/77</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77/77</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126</Slides>
  <Notes>126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126</vt:i4>
      </vt:variant>
    </vt:vector>
  </HeadingPairs>
  <TitlesOfParts>
    <vt:vector size="1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2026-10-28T00:26:09Z</dcterms:created>
  <dcterms:modified xsi:type="dcterms:W3CDTF">2026-10-28T00:26:09Z</dcterms:modified>
</cp:coreProperties>
</file>