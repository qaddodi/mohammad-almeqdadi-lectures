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e76c539-dfdf-3330-b746-bb81531a9da2}">
          <p14:sldIdLst>
            <p14:sldId id="256"/>
            <p14:sldId id="257"/>
          </p14:sldIdLst>
        </p14:section>
        <p14:section name="Patient A" id="{0f78ba52-2a21-b1e5-10a8-592c97f53a7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id="{0e4b70ae-23ad-c536-ff87-594c36d2411d}">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99f5ad6c-6f46-be04-f936-7a4251ce5e4e}">
          <p14:sldIdLst>
            <p14:sldId id="368"/>
            <p14:sldId id="369"/>
            <p14:sldId id="370"/>
            <p14:sldId id="371"/>
          </p14:sldIdLst>
        </p14:section>
        <p14:section name="Appendix" id="{7e936c14-ab11-b40e-e35c-1b9fd7a19ed2}">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4.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jpg"/><Relationship Id="rId2" Type="http://schemas.openxmlformats.org/officeDocument/2006/relationships/slideLayout" Target="../slideLayouts/slideLayout4.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Call transplant hepatology early anyway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31/86</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32/86</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34/86</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35/86</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35/86</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36/86</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36/86</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37/86</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37/86</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38/86</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39/86</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40/86</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40/86</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41/86</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41/86</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42/86</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43/86</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44/86</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46/86</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46/86</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47/86</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47/86</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48/86</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48/86</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49/86</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49/86</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50/86</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51/86</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52/86</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52/86</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53/86</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54/86</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55/86</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56/86</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57/86</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58/86</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59/86</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60/86</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61/86</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61/86</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62/86</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62/86</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63/86</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64/86</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64/86</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66/86</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66/86</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67/86</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68/86</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68/86</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69/86</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70/86</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70/86</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71/86</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72/86</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73/86</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73/86</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74/86</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75/86</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75/86</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76/86</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77/86</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78/86</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79/86</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80/86</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81/86</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82/86</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83/86</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84/86</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85/86</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86/86</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2026-10-26T23:26:21Z</dcterms:created>
  <dcterms:modified xsi:type="dcterms:W3CDTF">2026-10-26T23:26:21Z</dcterms:modified>
</cp:coreProperties>
</file>