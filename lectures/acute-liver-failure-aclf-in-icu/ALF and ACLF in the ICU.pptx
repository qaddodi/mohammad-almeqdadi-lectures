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a3f571-17f9-d393-a3a3-7047eb10d10d}">
          <p14:sldIdLst>
            <p14:sldId id="256"/>
            <p14:sldId id="257"/>
          </p14:sldIdLst>
        </p14:section>
        <p14:section name="Patient A: acute liver failure" id="{10a9b87d-a9f5-b166-33fc-03ca191b84ce}">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ACLF" id="{6e8f3192-c83f-d380-19ce-720b3684050d}">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f5766f23-54ec-aae4-85c4-649a2273a472}">
          <p14:sldIdLst>
            <p14:sldId id="368"/>
            <p14:sldId id="369"/>
            <p14:sldId id="370"/>
            <p14:sldId id="371"/>
          </p14:sldIdLst>
        </p14:section>
        <p14:section name="Appendix" id="{721cb25a-7eb4-b28f-1b48-b8c33f2f72b0}">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Text 1"/>
          <p:cNvSpPr txBox="1"/>
          <p:nvPr/>
        </p:nvSpPr>
        <p:spPr>
          <a:xfrm>
            <a:off x="6309360" y="2651760"/>
            <a:ext cx="5653735" cy="457200"/>
          </a:xfrm>
          <a:prstGeom prst="rect">
            <a:avLst/>
          </a:prstGeom>
          <a:noFill/>
          <a:ln/>
        </p:spPr>
        <p:txBody>
          <a:bodyPr wrap="square" lIns="0" tIns="0" rIns="0" bIns="0" rtlCol="0" anchor="ctr"/>
          <a:lstStyle/>
          <a:p>
            <a:pPr algn="ctr" indent="0" marL="0">
              <a:buNone/>
            </a:pPr>
            <a:r>
              <a:rPr lang="en-US" sz="2000" i="1" dirty="0">
                <a:solidFill>
                  <a:srgbClr val="595959"/>
                </a:solidFill>
                <a:latin typeface="Georgia" pitchFamily="34" charset="0"/>
                <a:ea typeface="Georgia" pitchFamily="34" charset="-122"/>
                <a:cs typeface="Georgia" pitchFamily="34" charset="-120"/>
              </a:rPr>
              <a:t>For pulmonary and critical care fellows</a:t>
            </a:r>
            <a:endParaRPr lang="en-US" sz="2000" dirty="0"/>
          </a:p>
        </p:txBody>
      </p:sp>
      <p:sp>
        <p:nvSpPr>
          <p:cNvPr id="5" name="Shape 2"/>
          <p:cNvSpPr/>
          <p:nvPr/>
        </p:nvSpPr>
        <p:spPr>
          <a:xfrm>
            <a:off x="7589520" y="3429000"/>
            <a:ext cx="3093415" cy="0"/>
          </a:xfrm>
          <a:prstGeom prst="line">
            <a:avLst/>
          </a:prstGeom>
          <a:noFill/>
          <a:ln w="12700">
            <a:solidFill>
              <a:srgbClr val="A6A6A6"/>
            </a:solidFill>
            <a:prstDash val="solid"/>
          </a:ln>
        </p:spPr>
      </p:sp>
      <p:sp>
        <p:nvSpPr>
          <p:cNvPr id="6" name="Text 3"/>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7" name="Image 1" descr="Tufts University School of Medicine">    </p:cNvPr>
          <p:cNvPicPr>
            <a:picLocks noChangeAspect="1"/>
          </p:cNvPicPr>
          <p:nvPr/>
        </p:nvPicPr>
        <p:blipFill>
          <a:blip r:embed="rId2"/>
          <a:stretch>
            <a:fillRect/>
          </a:stretch>
        </p:blipFill>
        <p:spPr>
          <a:xfrm>
            <a:off x="7403440" y="5349240"/>
            <a:ext cx="3465576" cy="704088"/>
          </a:xfrm>
          <a:prstGeom prst="rect">
            <a:avLst/>
          </a:prstGeom>
        </p:spPr>
      </p:pic>
      <p:sp>
        <p:nvSpPr>
          <p:cNvPr id="8"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pic>
        <p:nvPicPr>
          <p:cNvPr id="5" name="Image 1" descr="Lee 2009 NAC trial">    </p:cNvPr>
          <p:cNvPicPr>
            <a:picLocks noChangeAspect="1"/>
          </p:cNvPicPr>
          <p:nvPr/>
        </p:nvPicPr>
        <p:blipFill>
          <a:blip r:embed="rId2"/>
          <a:stretch>
            <a:fillRect/>
          </a:stretch>
        </p:blipFill>
        <p:spPr>
          <a:xfrm>
            <a:off x="1280160" y="4069080"/>
            <a:ext cx="9631375" cy="1214927"/>
          </a:xfrm>
          <a:prstGeom prst="rect">
            <a:avLst/>
          </a:prstGeom>
        </p:spPr>
      </p:pic>
      <p:sp>
        <p:nvSpPr>
          <p:cNvPr id="6" name="Shape 2"/>
          <p:cNvSpPr/>
          <p:nvPr/>
        </p:nvSpPr>
        <p:spPr>
          <a:xfrm>
            <a:off x="1280160" y="4069080"/>
            <a:ext cx="9631375" cy="1214927"/>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sp>
        <p:nvSpPr>
          <p:cNvPr id="5"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pic>
        <p:nvPicPr>
          <p:cNvPr id="5"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6" name="Shape 2"/>
          <p:cNvSpPr/>
          <p:nvPr/>
        </p:nvSpPr>
        <p:spPr>
          <a:xfrm>
            <a:off x="3474393" y="3520440"/>
            <a:ext cx="5242908" cy="2651760"/>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9037" y="1143000"/>
            <a:ext cx="687362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pic>
        <p:nvPicPr>
          <p:cNvPr id="5"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6" name="Shape 2"/>
          <p:cNvSpPr/>
          <p:nvPr/>
        </p:nvSpPr>
        <p:spPr>
          <a:xfrm>
            <a:off x="1280160" y="4069080"/>
            <a:ext cx="9631375" cy="1657943"/>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pic>
        <p:nvPicPr>
          <p:cNvPr id="5"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6" name="Shape 2"/>
          <p:cNvSpPr/>
          <p:nvPr/>
        </p:nvSpPr>
        <p:spPr>
          <a:xfrm>
            <a:off x="1280160" y="4069080"/>
            <a:ext cx="9631375" cy="1404786"/>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sp>
        <p:nvSpPr>
          <p:cNvPr id="5" name="Shape 2"/>
          <p:cNvSpPr/>
          <p:nvPr/>
        </p:nvSpPr>
        <p:spPr>
          <a:xfrm>
            <a:off x="7040880" y="1188720"/>
            <a:ext cx="4663440" cy="1236732"/>
          </a:xfrm>
          <a:prstGeom prst="rect">
            <a:avLst/>
          </a:prstGeom>
          <a:ln w="9525">
            <a:solidFill>
              <a:srgbClr val="BFBFBF"/>
            </a:solidFill>
            <a:prstDash val="solid"/>
          </a:ln>
        </p:spPr>
      </p:sp>
      <p:pic>
        <p:nvPicPr>
          <p:cNvPr id="6"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7"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2026-10-26T22:51:53Z</dcterms:created>
  <dcterms:modified xsi:type="dcterms:W3CDTF">2026-10-26T22:51:53Z</dcterms:modified>
</cp:coreProperties>
</file>