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d4e5cd-84e3-ba14-a458-83cdfc219e0e}">
          <p14:sldIdLst>
            <p14:sldId id="256"/>
            <p14:sldId id="257"/>
          </p14:sldIdLst>
        </p14:section>
        <p14:section name="Patient A" id="{d2e94e2b-b6ef-9205-bba9-9a3607398c9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705bd384-8143-5edb-f086-9fa60bcb2aec}">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6416a03f-c2bf-2364-c828-b107b7372b04}">
          <p14:sldIdLst>
            <p14:sldId id="370"/>
            <p14:sldId id="371"/>
            <p14:sldId id="372"/>
            <p14:sldId id="373"/>
          </p14:sldIdLst>
        </p14:section>
        <p14:section name="Appendix" id="{8dd1cc18-c9b1-9170-a67e-4f102b0d55e3}">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30/86</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30/86</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32/86</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33/86</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34/86</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35/86</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35/86</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36/86</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36/86</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37/86</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38/86</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39/86</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39/86</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40/86</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40/86</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41/86</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41/86</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42/86</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44/86</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45/86</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46/86</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46/86</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47/86</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47/86</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48/86</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48/86</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49/86</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50/86</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51/86</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51/86</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52/86</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52/86</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53/86</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54/86</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55/86</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56/86</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58/86</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58/86</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59/86</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60/86</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61/86</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61/86</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62/86</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62/86</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63/86</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64/86</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65/86</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66/86</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66/86</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67/86</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68/86</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68/86</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69/86</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70/86</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71/86</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71/86</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72/86</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73/86</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73/86</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75/86</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75/86</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76/86</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77/86</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78/86</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79/86</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80/86</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81/86</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82/86</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83/86</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84/86</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85/86</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2026-10-26T23:53:02Z</dcterms:created>
  <dcterms:modified xsi:type="dcterms:W3CDTF">2026-10-26T23:53:02Z</dcterms:modified>
</cp:coreProperties>
</file>