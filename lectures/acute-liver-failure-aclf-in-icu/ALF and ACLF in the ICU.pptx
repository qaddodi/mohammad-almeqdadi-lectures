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8.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charts/chart9.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charts/chart12.xml" ContentType="application/vnd.openxmlformats-officedocument.drawingml.chart+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charts/chart13.xml" ContentType="application/vnd.openxmlformats-officedocument.drawingml.chart+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charts/chart14.xml" ContentType="application/vnd.openxmlformats-officedocument.drawingml.chart+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Lst>
  <p:notesMasterIdLst>
    <p:notesMasterId r:id="rId1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c9cfd65-99ba-cfa5-902e-920029646628}">
          <p14:sldIdLst>
            <p14:sldId id="256"/>
            <p14:sldId id="257"/>
          </p14:sldIdLst>
        </p14:section>
        <p14:section name="Patient A" id="{e3e5a903-ffea-b150-9209-3b0c2703c73a}">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Lst>
        </p14:section>
        <p14:section name="Patient B" id="{57e3ab9a-fa98-df93-9065-b627aa64100f}">
          <p14:sldIdLst>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Lst>
        </p14:section>
        <p14:section name="Closing" id="{c3bd2341-5d0e-97cb-ff30-a4fd4e014f65}">
          <p14:sldIdLst>
            <p14:sldId id="370"/>
            <p14:sldId id="371"/>
            <p14:sldId id="372"/>
            <p14:sldId id="373"/>
          </p14:sldIdLst>
        </p14:section>
        <p14:section name="Appendix" id="{cf888cde-313d-1254-61d6-68b139f9377e}">
          <p14:sldIdLst>
            <p14:sldId id="374"/>
            <p14:sldId id="375"/>
            <p14:sldId id="376"/>
            <p14:sldId id="377"/>
            <p14:sldId id="378"/>
            <p14:sldId id="379"/>
            <p14:sldId id="3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notesMaster" Target="notesMasters/notesMaster1.xml"/><Relationship Id="rId128" Type="http://schemas.openxmlformats.org/officeDocument/2006/relationships/presProps" Target="presProps.xml"/><Relationship Id="rId129" Type="http://schemas.openxmlformats.org/officeDocument/2006/relationships/viewProps" Target="viewProps.xml"/><Relationship Id="rId130" Type="http://schemas.openxmlformats.org/officeDocument/2006/relationships/theme" Target="theme/theme1.xml"/><Relationship Id="rId1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admission,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Once she is grade III-IV the tools that lower ammonia are CRRT and time.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2.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2.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2.xm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slideLayout" Target="../slideLayouts/slideLayout2.xml"/><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jpg"/><Relationship Id="rId2" Type="http://schemas.openxmlformats.org/officeDocument/2006/relationships/slideLayout" Target="../slideLayouts/slideLayout4.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image" Target="../media/image-111-2.png"/><Relationship Id="rId3" Type="http://schemas.openxmlformats.org/officeDocument/2006/relationships/slideLayout" Target="../slideLayouts/slideLayout2.xml"/><Relationship Id="rId4"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4.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2.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the first-hour care of ALF: cause, NAC, glucose, airway</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Protect the brain in ALF and know when to intubate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Start CRRT for ammonia without waiting for a renal indication</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Diagnose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 including HRS-AKI, without hurting the lungs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Call transplant hepatology early anyway</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on admission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Her brain</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Hour 12</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in a patient who can't protect her airway: aspiration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Not for her: CRRT for the ammonia, protect the airway, keep the sodium up</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37/87</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38/87</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38/87</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39/87</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40/87</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40/87</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41/87</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41/87</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42/87</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42/87</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43/87</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 a diagnostic tap</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50/87</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his pressure low to begin with?</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52/87</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53/87</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53/87</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54/87</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55/87</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r>
              <a:rPr lang="en-US" sz="2000" dirty="0">
                <a:solidFill>
                  <a:srgbClr val="000000"/>
                </a:solidFill>
                <a:latin typeface="Georgia" pitchFamily="34" charset="0"/>
                <a:ea typeface="Georgia" pitchFamily="34" charset="-122"/>
                <a:cs typeface="Georgia" pitchFamily="34" charset="-120"/>
              </a:rPr>
              <a:t>. Lungs and brain are next in line</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56/87</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57/87</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58/87</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8"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on arrival.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59/87</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60/87</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61/87</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62/87</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62/87</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4"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63/87</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63/87</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64/87</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Terlipressin, more albumin, dialysis: what would you do for him today?</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65/87</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65/87</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66/87</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67/87</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67/87</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68/87</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69/87</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69/87</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5"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70/87</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71/87</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71/87</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72/87</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72/87</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73/87</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74/87</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74/87</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75/87</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4"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76/87</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76/87</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77/87</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78/87</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79/87</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80/87</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81/87</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82/87</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83/87</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84/87</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85/87</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86/87</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87/87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125</Slides>
  <Notes>125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125</vt:i4>
      </vt:variant>
    </vt:vector>
  </HeadingPairs>
  <TitlesOfParts>
    <vt:vector size="1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2026-10-26T23:37:26Z</dcterms:created>
  <dcterms:modified xsi:type="dcterms:W3CDTF">2026-10-26T23:37:26Z</dcterms:modified>
</cp:coreProperties>
</file>