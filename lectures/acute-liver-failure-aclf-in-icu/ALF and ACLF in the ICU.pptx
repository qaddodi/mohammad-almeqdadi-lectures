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9.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0.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charts/chart11.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12.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Lst>
  <p:notesMasterIdLst>
    <p:notesMasterId r:id="rId7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5766a8-1aa5-fbb3-b32c-361cbf727578}">
          <p14:sldIdLst>
            <p14:sldId id="256"/>
            <p14:sldId id="257"/>
          </p14:sldIdLst>
        </p14:section>
        <p14:section name="Patient A: acute liver failure" id="{27f5e4f7-8ede-2da9-8747-45039e79ac73}">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Patient B: ACLF" id="{5060037e-bd6e-1997-7e83-c54592fa2983}">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Lst>
        </p14:section>
        <p14:section name="Closing" id="{062e9047-fe15-0b86-bdef-722247d74f63}">
          <p14:sldIdLst>
            <p14:sldId id="323"/>
            <p14:sldId id="324"/>
            <p14:sldId id="325"/>
          </p14:sldIdLst>
        </p14:section>
        <p14:section name="Appendix" id="{f3583688-5977-2dbf-159e-a740d950b4df}">
          <p14:sldIdLst>
            <p14:sldId id="326"/>
            <p14:sldId id="327"/>
            <p14:sldId id="328"/>
            <p14:sldId id="329"/>
            <p14:sldId id="330"/>
            <p14:sldId id="331"/>
            <p14:sldId id="33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notesMaster" Target="notesMasters/notesMaster1.xml"/><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ACLF 3: 1-year survival</a:t>
            </a:r>
          </a:p>
        </c:rich>
      </c:tx>
      <c:layout/>
      <c:overlay val="0"/>
    </c:title>
    <c:autoTitleDeleted val="0"/>
    <c:plotArea>
      <c:layout/>
      <c:barChart>
        <c:barDir val="col"/>
        <c:grouping val="clustered"/>
        <c:varyColors val="0"/>
        <c:ser>
          <c:idx val="0"/>
          <c:order val="0"/>
          <c:tx>
            <c:strRef>
              <c:f>Sheet1!$B$1</c:f>
              <c:strCache>
                <c:ptCount val="1"/>
                <c:pt idx="0">
                  <c:v>1-year survival</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A6A6A6"/>
              </a:solidFill>
              <a:effectLst/>
            </c:spPr>
          </c:dPt>
          <c:cat>
            <c:multiLvlStrRef>
              <c:f>Sheet1!$A$2:$A$3</c:f>
              <c:multiLvlStrCache>
                <c:ptCount val="2"/>
                <c:lvl>
                  <c:pt idx="0">
                    <c:v>Transplanted (n = 73)</c:v>
                  </c:pt>
                  <c:pt idx="1">
                    <c:v>Not transplanted</c:v>
                  </c:pt>
                </c:lvl>
              </c:multiLvlStrCache>
            </c:multiLvlStrRef>
          </c:cat>
          <c:val>
            <c:numRef>
              <c:f>Sheet1!$B$2:$B$3</c:f>
              <c:numCache>
                <c:formatCode>General</c:formatCode>
                <c:ptCount val="2"/>
                <c:pt idx="0">
                  <c:v>83.9</c:v>
                </c:pt>
                <c:pt idx="1">
                  <c:v>7.9</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2-1.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Worth a bigger trial, not a rule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6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ACLF" is a label, not a promise.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 These numbers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albumin challenge if he is already euvolemic or wet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confused, pulling at his lines. Rouses to voice, asterixis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confused, pulling at his lines. Rouses to voice, asterixis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Still overloaded and not making urine despite this: RRT to take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started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started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640080" y="1280160"/>
            <a:ext cx="67665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graphicFrame>
        <p:nvGraphicFramePr>
          <p:cNvPr id="4" name="Chart 0" descr=""/>
          <p:cNvGraphicFramePr/>
          <p:nvPr/>
        </p:nvGraphicFramePr>
        <p:xfrm>
          <a:off x="7589520" y="1371600"/>
          <a:ext cx="4206240" cy="4480560"/>
        </p:xfrm>
        <a:graphic xmlns:a="http://schemas.openxmlformats.org/drawingml/2006/main">
          <a:graphicData uri="http://schemas.openxmlformats.org/drawingml/2006/chart">
            <c:chart xmlns:c="http://schemas.openxmlformats.org/drawingml/2006/chart" r:id="rId1"/>
          </a:graphicData>
        </a:graphic>
      </p:graphicFrame>
      <p:sp>
        <p:nvSpPr>
          <p:cNvPr id="5" name="Body"/>
          <p:cNvSpPr txBox="1"/>
          <p:nvPr/>
        </p:nvSpPr>
        <p:spPr>
          <a:xfrm>
            <a:off x="7589520" y="5806440"/>
            <a:ext cx="42062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77</Slides>
  <Notes>77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77</vt:i4>
      </vt:variant>
    </vt:vector>
  </HeadingPairs>
  <TitlesOfParts>
    <vt:vector size="8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2026-10-26T20:07:17Z</dcterms:created>
  <dcterms:modified xsi:type="dcterms:W3CDTF">2026-10-26T20:07:17Z</dcterms:modified>
</cp:coreProperties>
</file>