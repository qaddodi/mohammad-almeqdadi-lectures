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8.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9.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charts/chart12.xml" ContentType="application/vnd.openxmlformats-officedocument.drawingml.chart+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charts/chart13.xml" ContentType="application/vnd.openxmlformats-officedocument.drawingml.chart+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charts/chart14.xml" ContentType="application/vnd.openxmlformats-officedocument.drawingml.chart+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Lst>
  <p:notesMasterIdLst>
    <p:notesMasterId r:id="rId1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3b45851-5b5a-a244-9ce9-d06ee944db5d}">
          <p14:sldIdLst>
            <p14:sldId id="256"/>
            <p14:sldId id="257"/>
          </p14:sldIdLst>
        </p14:section>
        <p14:section name="Patient A" id="{5fa4949a-a96c-eeb4-4d39-d35b6a9b4088}">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Lst>
        </p14:section>
        <p14:section name="Patient B" id="{764f8690-20b6-8f2d-68bd-8b1032bee7c8}">
          <p14:sldIdLst>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Lst>
        </p14:section>
        <p14:section name="Closing" id="{65dc946f-c77c-33bc-1ca2-6eee448c7f08}">
          <p14:sldIdLst>
            <p14:sldId id="370"/>
            <p14:sldId id="371"/>
            <p14:sldId id="372"/>
            <p14:sldId id="373"/>
          </p14:sldIdLst>
        </p14:section>
        <p14:section name="Appendix" id="{f9842134-2e13-622a-e137-017c43d6ccef}">
          <p14:sldIdLst>
            <p14:sldId id="374"/>
            <p14:sldId id="375"/>
            <p14:sldId id="376"/>
            <p14:sldId id="377"/>
            <p14:sldId id="378"/>
            <p14:sldId id="379"/>
            <p14:sldId id="3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notesMaster" Target="notesMasters/notesMaster1.xml"/><Relationship Id="rId128" Type="http://schemas.openxmlformats.org/officeDocument/2006/relationships/presProps" Target="presProps.xml"/><Relationship Id="rId129" Type="http://schemas.openxmlformats.org/officeDocument/2006/relationships/viewProps" Target="viewProps.xml"/><Relationship Id="rId130" Type="http://schemas.openxmlformats.org/officeDocument/2006/relationships/theme" Target="theme/theme1.xml"/><Relationship Id="rId1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2.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2.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4.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image" Target="../media/image-111-2.pn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4.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2.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4636008"/>
                <a:gridCol w="4626864"/>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11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aspiration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on arrival.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4"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5"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125</Slides>
  <Notes>125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125</vt:i4>
      </vt:variant>
    </vt:vector>
  </HeadingPairs>
  <TitlesOfParts>
    <vt:vector size="1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2026-10-26T23:57:45Z</dcterms:created>
  <dcterms:modified xsi:type="dcterms:W3CDTF">2026-10-26T23:57:45Z</dcterms:modified>
</cp:coreProperties>
</file>