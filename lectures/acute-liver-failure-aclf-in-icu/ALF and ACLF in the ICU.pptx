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b24c860-da4d-9254-f4c0-467c57f5f5db}">
          <p14:sldIdLst>
            <p14:sldId id="256"/>
            <p14:sldId id="257"/>
          </p14:sldIdLst>
        </p14:section>
        <p14:section name="Patient A" id="{5d63826e-e04d-d5f3-c8d6-90aca9db6500}">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d8a49bef-4642-6117-16f2-6380bbce752e}">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1acdf008-e5b4-dff4-dd6f-3dde38b3cf80}">
          <p14:sldIdLst>
            <p14:sldId id="372"/>
            <p14:sldId id="373"/>
            <p14:sldId id="374"/>
            <p14:sldId id="375"/>
          </p14:sldIdLst>
        </p14:section>
        <p14:section name="Appendix" id="{cf668499-ec82-5a1d-f8d5-41a2f08264e3}">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3767328"/>
                <a:gridCol w="437083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459736"/>
                <a:gridCol w="4636008"/>
                <a:gridCol w="38130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If you suspect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Send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Don't wait for the result to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Level, history, combination products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Herpes simplex</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HSV PCR (blood)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Hepatitis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HBsAg, anti-HBc IgM, HBV DNA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Autoimmune hepatitis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ANA, ASMA, IgG (can be negative)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Wilson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Ceruloplasmin, urine copper, hemolysis, low ALP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Pregnancy (AFLP, HELLP)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hCG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Budd-Chiari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Doppler ultrasound or CT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Ischemic hepatitis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Echo, history of shock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Mushrooms (Amanita)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Wild mushrooms, diarrhea 6-24 h later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459736"/>
                <a:gridCol w="4636008"/>
                <a:gridCol w="38130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If you suspect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Send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Don't wait for the result to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Level, history, combination products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Start NAC</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Herpes simplex</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HSV PCR (blood)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Start IV acyclovir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Hepatitis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HBsAg, anti-HBc IgM, HBV DNA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Start entecavir or tenofovir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Autoimmune hepatitis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ANA, ASMA, IgG (can be negative)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Steroids with hepatology; list in parallel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Wilson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Ceruloplasmin, urine copper, hemolysis, low ALP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Prepare for urgent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Pregnancy (AFLP, HELLP)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hCG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Call obstetrics, plan delivery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Budd-Chiari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Doppler ultrasound or CT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Anticoagulate; TIPS or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Ischemic hepatitis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Echo, history of shock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Fix the 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Mushrooms (Amanita)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Wild mushrooms, diarrhea 6-24 h later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NAC, poison control, silibinin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31520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275320" y="1828800"/>
            <a:ext cx="3520440" cy="35204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536192"/>
                <a:gridCol w="9006840"/>
              </a:tblGrid>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Study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RCT, 182 ALF: high-volume plasma exchange × 3 days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Finding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Hospital survival 58.7% vs 47.8% (HR 0.56)</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Limits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So</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536192"/>
                <a:gridCol w="9006840"/>
              </a:tblGrid>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Study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RCT, 182 ALF: high-volume plasma exchange × 3 days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Finding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Hospital survival 58.7% vs 47.8% (HR 0.56)</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Limits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Not blinded; nothing on ACLF</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So</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 bridge; don't delay listing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Sepsis (SBP)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Cultures, antibiotics within 1 h, source control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Splanchnic vasodilation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Norepinephrine, MAP 65, adjust to perfusion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Too little volume, or too much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Ultrasound and dynamic measures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Hidden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Hemoglobin, rectal exam, think varices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Relative adrenal insufficiency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Hydrocortisone if shock is refractory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Cirrhotic cardiomyopathy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Echo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1298448"/>
                <a:gridCol w="6931152"/>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371600"/>
                <a:gridCol w="7324344"/>
                <a:gridCol w="22128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2026-10-27T00:40:11Z</dcterms:created>
  <dcterms:modified xsi:type="dcterms:W3CDTF">2026-10-27T00:40:11Z</dcterms:modified>
</cp:coreProperties>
</file>