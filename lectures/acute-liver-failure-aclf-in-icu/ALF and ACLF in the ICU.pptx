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92705b7-2112-59fb-422f-3cae7f4739a7}">
          <p14:sldIdLst>
            <p14:sldId id="256"/>
            <p14:sldId id="257"/>
          </p14:sldIdLst>
        </p14:section>
        <p14:section name="Patient A" id="{a2cb89a2-7c7d-0b85-d1a0-436f2a597dac}">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881595e1-efb9-da7f-0e5e-aef63ee73553}">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efceea4d-610d-f6dd-7833-f2bf2e525321}">
          <p14:sldIdLst>
            <p14:sldId id="372"/>
            <p14:sldId id="373"/>
            <p14:sldId id="374"/>
            <p14:sldId id="375"/>
          </p14:sldIdLst>
        </p14:section>
        <p14:section name="Appendix" id="{1f6ec99f-5d24-db97-53ce-6c5502cdf927}">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7-1.jp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195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Not blinded; nothing on ACLF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 bridge; don't delay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195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128016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22402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pic>
        <p:nvPicPr>
          <p:cNvPr id="5" name="Image 0" descr="Watercolor of a cup of tablets, an ampule and a syringe">    </p:cNvPr>
          <p:cNvPicPr>
            <a:picLocks noChangeAspect="1"/>
          </p:cNvPicPr>
          <p:nvPr/>
        </p:nvPicPr>
        <p:blipFill>
          <a:blip r:embed="rId1"/>
          <a:stretch>
            <a:fillRect/>
          </a:stretch>
        </p:blipFill>
        <p:spPr>
          <a:xfrm>
            <a:off x="4358985" y="2926080"/>
            <a:ext cx="3473726" cy="34290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2026-10-27T02:18:55Z</dcterms:created>
  <dcterms:modified xsi:type="dcterms:W3CDTF">2026-10-27T02:18:55Z</dcterms:modified>
</cp:coreProperties>
</file>