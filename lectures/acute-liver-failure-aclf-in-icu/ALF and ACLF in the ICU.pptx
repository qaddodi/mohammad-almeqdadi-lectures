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8.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charts/chart12.xml" ContentType="application/vnd.openxmlformats-officedocument.drawingml.chart+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charts/chart13.xml" ContentType="application/vnd.openxmlformats-officedocument.drawingml.chart+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charts/chart14.xml" ContentType="application/vnd.openxmlformats-officedocument.drawingml.chart+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Lst>
  <p:notesMasterIdLst>
    <p:notesMasterId r:id="rId1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ef966a-0e45-4d76-1237-dcc5525d8d2b}">
          <p14:sldIdLst>
            <p14:sldId id="256"/>
            <p14:sldId id="257"/>
          </p14:sldIdLst>
        </p14:section>
        <p14:section name="Patient A: acute liver failure" id="{142d5e2c-cc82-a51e-3662-729551092ba9}">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Lst>
        </p14:section>
        <p14:section name="Patient B: ACLF" id="{eab55435-47ec-0ce5-0c4f-9c688f59f5cd}">
          <p14:sldIdLst>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Lst>
        </p14:section>
        <p14:section name="Closing" id="{23f4c721-4f8e-cbce-1f5e-f3ed64f30022}">
          <p14:sldIdLst>
            <p14:sldId id="366"/>
            <p14:sldId id="367"/>
            <p14:sldId id="368"/>
            <p14:sldId id="369"/>
          </p14:sldIdLst>
        </p14:section>
        <p14:section name="Appendix" id="{c1336b73-8eea-aaa4-86df-23fd6d4dda8f}">
          <p14:sldIdLst>
            <p14:sldId id="370"/>
            <p14:sldId id="371"/>
            <p14:sldId id="372"/>
            <p14:sldId id="373"/>
            <p14:sldId id="374"/>
            <p14:sldId id="375"/>
            <p14:sldId id="3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notesMaster" Target="notesMasters/notesMaster1.xml"/><Relationship Id="rId124" Type="http://schemas.openxmlformats.org/officeDocument/2006/relationships/presProps" Target="presProps.xml"/><Relationship Id="rId125" Type="http://schemas.openxmlformats.org/officeDocument/2006/relationships/viewProps" Target="viewProps.xml"/><Relationship Id="rId126" Type="http://schemas.openxmlformats.org/officeDocument/2006/relationships/theme" Target="theme/theme1.xml"/><Relationship Id="rId1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2.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2.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2.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2.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stretch>
            <a:fillRect/>
          </a:stretch>
        </p:blipFill>
        <p:spPr>
          <a:xfrm>
            <a:off x="320040" y="1463040"/>
            <a:ext cx="5303520" cy="3666744"/>
          </a:xfrm>
          <a:prstGeom prst="rect">
            <a:avLst/>
          </a:prstGeom>
        </p:spPr>
      </p:pic>
      <p:sp>
        <p:nvSpPr>
          <p:cNvPr id="3" name="Text 0"/>
          <p:cNvSpPr txBox="1"/>
          <p:nvPr/>
        </p:nvSpPr>
        <p:spPr>
          <a:xfrm>
            <a:off x="5760720" y="1188720"/>
            <a:ext cx="611093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Text 1"/>
          <p:cNvSpPr txBox="1"/>
          <p:nvPr/>
        </p:nvSpPr>
        <p:spPr>
          <a:xfrm>
            <a:off x="5760720" y="2651760"/>
            <a:ext cx="6110935" cy="457200"/>
          </a:xfrm>
          <a:prstGeom prst="rect">
            <a:avLst/>
          </a:prstGeom>
          <a:noFill/>
          <a:ln/>
        </p:spPr>
        <p:txBody>
          <a:bodyPr wrap="square" lIns="0" tIns="0" rIns="0" bIns="0" rtlCol="0" anchor="ctr"/>
          <a:lstStyle/>
          <a:p>
            <a:pPr algn="ctr" indent="0" marL="0">
              <a:buNone/>
            </a:pPr>
            <a:r>
              <a:rPr lang="en-US" sz="2200" i="1" dirty="0">
                <a:solidFill>
                  <a:srgbClr val="595959"/>
                </a:solidFill>
                <a:latin typeface="Georgia" pitchFamily="34" charset="0"/>
                <a:ea typeface="Georgia" pitchFamily="34" charset="-122"/>
                <a:cs typeface="Georgia" pitchFamily="34" charset="-120"/>
              </a:rPr>
              <a:t>A guide for the night shift</a:t>
            </a:r>
            <a:endParaRPr lang="en-US" sz="2200" dirty="0"/>
          </a:p>
        </p:txBody>
      </p:sp>
      <p:sp>
        <p:nvSpPr>
          <p:cNvPr id="5" name="Shape 2"/>
          <p:cNvSpPr/>
          <p:nvPr/>
        </p:nvSpPr>
        <p:spPr>
          <a:xfrm>
            <a:off x="6858000" y="3429000"/>
            <a:ext cx="3916375" cy="0"/>
          </a:xfrm>
          <a:prstGeom prst="line">
            <a:avLst/>
          </a:prstGeom>
          <a:noFill/>
          <a:ln w="12700">
            <a:solidFill>
              <a:srgbClr val="A6A6A6"/>
            </a:solidFill>
            <a:prstDash val="solid"/>
          </a:ln>
        </p:spPr>
      </p:sp>
      <p:sp>
        <p:nvSpPr>
          <p:cNvPr id="6" name="Text 3"/>
          <p:cNvSpPr txBox="1"/>
          <p:nvPr/>
        </p:nvSpPr>
        <p:spPr>
          <a:xfrm>
            <a:off x="5760720" y="3657600"/>
            <a:ext cx="6110935" cy="114300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p:txBody>
      </p:sp>
      <p:pic>
        <p:nvPicPr>
          <p:cNvPr id="7" name="Image 1" descr="Tufts University School of Medicine">    </p:cNvPr>
          <p:cNvPicPr>
            <a:picLocks noChangeAspect="1"/>
          </p:cNvPicPr>
          <p:nvPr/>
        </p:nvPicPr>
        <p:blipFill>
          <a:blip r:embed="rId2"/>
          <a:stretch>
            <a:fillRect/>
          </a:stretch>
        </p:blipFill>
        <p:spPr>
          <a:xfrm>
            <a:off x="7083400" y="507492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tonight?</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sp>
        <p:nvSpPr>
          <p:cNvPr id="5"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this afternoon.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tonight.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4"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121</Slides>
  <Notes>121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121</vt:i4>
      </vt:variant>
    </vt:vector>
  </HeadingPairs>
  <TitlesOfParts>
    <vt:vector size="1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2026-10-26T21:09:26Z</dcterms:created>
  <dcterms:modified xsi:type="dcterms:W3CDTF">2026-10-26T21:09:26Z</dcterms:modified>
</cp:coreProperties>
</file>