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charts/chart13.xml" ContentType="application/vnd.openxmlformats-officedocument.drawingml.chart+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charts/chart14.xml" ContentType="application/vnd.openxmlformats-officedocument.drawingml.chart+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Lst>
  <p:notesMasterIdLst>
    <p:notesMasterId r:id="rId1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81b35a-c274-40fc-712a-4dec9a712abe}">
          <p14:sldIdLst>
            <p14:sldId id="256"/>
            <p14:sldId id="257"/>
          </p14:sldIdLst>
        </p14:section>
        <p14:section name="Patient A" id="{6b21496f-645e-908c-74c0-536d75f932b9}">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Patient B" id="{fbe40664-11bd-85f2-8459-dd5be20b55e4}">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Lst>
        </p14:section>
        <p14:section name="Closing" id="{713dc410-2ae2-ab99-5e82-b2882af3d66a}">
          <p14:sldIdLst>
            <p14:sldId id="358"/>
            <p14:sldId id="359"/>
            <p14:sldId id="360"/>
            <p14:sldId id="361"/>
          </p14:sldIdLst>
        </p14:section>
        <p14:section name="Appendix" id="{362adf9d-d41c-acea-0463-4b34bfa04a44}">
          <p14:sldIdLst>
            <p14:sldId id="362"/>
            <p14:sldId id="363"/>
            <p14:sldId id="364"/>
            <p14:sldId id="365"/>
            <p14:sldId id="366"/>
            <p14:sldId id="367"/>
            <p14:sldId id="3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notesMaster" Target="notesMasters/notesMaster1.xml"/><Relationship Id="rId116" Type="http://schemas.openxmlformats.org/officeDocument/2006/relationships/presProps" Target="presProps.xml"/><Relationship Id="rId117" Type="http://schemas.openxmlformats.org/officeDocument/2006/relationships/viewProps" Target="viewProps.xml"/><Relationship Id="rId118" Type="http://schemas.openxmlformats.org/officeDocument/2006/relationships/theme" Target="theme/theme1.xml"/><Relationship Id="rId1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6-1.jp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2.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2.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2.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2.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image" Target="../media/image-106-2.png"/><Relationship Id="rId3" Type="http://schemas.openxmlformats.org/officeDocument/2006/relationships/slideLayout" Target="../slideLayouts/slideLayout4.xml"/><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2.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11/67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16/67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24/67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26/67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30/67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39/67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40/67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50/67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57/67</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57/67</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58/67</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59/67</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60/67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0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62/67</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0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63/67</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63/67</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64/67</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65/67</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66/67</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pic>
        <p:nvPicPr>
          <p:cNvPr id="4" name="Image 1" descr="QR code linking to the slides PDF">    </p:cNvPr>
          <p:cNvPicPr>
            <a:picLocks noChangeAspect="1"/>
          </p:cNvPicPr>
          <p:nvPr/>
        </p:nvPicPr>
        <p:blipFill>
          <a:blip r:embed="rId2"/>
          <a:stretch>
            <a:fillRect/>
          </a:stretch>
        </p:blipFill>
        <p:spPr>
          <a:xfrm>
            <a:off x="7955280" y="2834640"/>
            <a:ext cx="2286000" cy="2286000"/>
          </a:xfrm>
          <a:prstGeom prst="rect">
            <a:avLst/>
          </a:prstGeom>
        </p:spPr>
      </p:pic>
      <p:sp>
        <p:nvSpPr>
          <p:cNvPr id="5" name="Text 1"/>
          <p:cNvSpPr txBox="1"/>
          <p:nvPr/>
        </p:nvSpPr>
        <p:spPr>
          <a:xfrm>
            <a:off x="6492240" y="5212080"/>
            <a:ext cx="521208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Georgia" pitchFamily="34" charset="0"/>
                <a:ea typeface="Georgia" pitchFamily="34" charset="-122"/>
                <a:cs typeface="Georgia" pitchFamily="34" charset="-120"/>
              </a:rPr>
              <a:t>Slides (PDF)</a:t>
            </a:r>
            <a:endParaRPr lang="en-US" sz="1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67/67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113</Slides>
  <Notes>113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113</vt:i4>
      </vt:variant>
    </vt:vector>
  </HeadingPairs>
  <TitlesOfParts>
    <vt:vector size="1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2026-10-28T11:25:39Z</dcterms:created>
  <dcterms:modified xsi:type="dcterms:W3CDTF">2026-10-28T11:25:39Z</dcterms:modified>
</cp:coreProperties>
</file>