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9.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2.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charts/chart13.xml" ContentType="application/vnd.openxmlformats-officedocument.drawingml.chart+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4.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c0723fa-25f3-f993-48e6-8bd8788c0f12}">
          <p14:sldIdLst>
            <p14:sldId id="256"/>
            <p14:sldId id="257"/>
          </p14:sldIdLst>
        </p14:section>
        <p14:section name="Patient A" id="{d233b688-b97f-fa40-3d8d-4ec44bc9ca34}">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Patient B" id="{8046fc21-7e78-4437-f980-4f2eecd94e14}">
          <p14:sldIdLst>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Closing" id="{74e77229-794a-940c-188c-6aa5f02bf736}">
          <p14:sldIdLst>
            <p14:sldId id="370"/>
            <p14:sldId id="371"/>
            <p14:sldId id="372"/>
            <p14:sldId id="373"/>
          </p14:sldIdLst>
        </p14:section>
        <p14:section name="Appendix" id="{2b2f84fa-1696-12d7-9373-9f8b84ca7a41}">
          <p14:sldIdLst>
            <p14:sldId id="374"/>
            <p14:sldId id="375"/>
            <p14:sldId id="376"/>
            <p14:sldId id="377"/>
            <p14:sldId id="378"/>
            <p14:sldId id="379"/>
            <p14:sldId id="3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2.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4.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Call transplant hepatology early anyway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62/87</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63/87</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63/87</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65/87</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67/87</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68/87</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69/87</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69/87</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70/87</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71/87</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72/87</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73/87</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74/87</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74/87</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75/87</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76/87</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76/87</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77/87</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78/87</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79/87</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80/87</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81/87</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82/87</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83/87</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84/87</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85/87</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86/87</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87/87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2026-10-26T23:36:47Z</dcterms:created>
  <dcterms:modified xsi:type="dcterms:W3CDTF">2026-10-26T23:36:47Z</dcterms:modified>
</cp:coreProperties>
</file>