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e046af-aa00-4a2e-0652-51479caedaf8}">
          <p14:sldIdLst>
            <p14:sldId id="256"/>
            <p14:sldId id="257"/>
          </p14:sldIdLst>
        </p14:section>
        <p14:section name="Patient A" id="{adca411e-ce7c-34d4-8966-a5a2802c1170}">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8fc373a9-29ef-140a-a1be-77b5e4be01a6}">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0ab5c6dd-4703-ac89-f089-cdbbed08c4e1}">
          <p14:sldIdLst>
            <p14:sldId id="372"/>
            <p14:sldId id="373"/>
            <p14:sldId id="374"/>
            <p14:sldId id="375"/>
          </p14:sldIdLst>
        </p14:section>
        <p14:section name="Appendix" id="{f8ab3018-2d4d-f275-143a-120921318719}">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4636008"/>
                <a:gridCol w="4626864"/>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11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aspiration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2026-10-27T00:10:50Z</dcterms:created>
  <dcterms:modified xsi:type="dcterms:W3CDTF">2026-10-27T00:10:50Z</dcterms:modified>
</cp:coreProperties>
</file>