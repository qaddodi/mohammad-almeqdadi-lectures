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9.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charts/chart12.xml" ContentType="application/vnd.openxmlformats-officedocument.drawingml.chart+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charts/chart13.xml" ContentType="application/vnd.openxmlformats-officedocument.drawingml.chart+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4.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notesMasterIdLst>
    <p:notesMasterId r:id="rId1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fdd9c47-073f-4f11-87c8-b32239eb7742}">
          <p14:sldIdLst>
            <p14:sldId id="256"/>
            <p14:sldId id="257"/>
          </p14:sldIdLst>
        </p14:section>
        <p14:section name="Patient A" id="{111e10cb-fc10-adaa-66c3-5388daff7e9e}">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Patient B" id="{54b5a681-4411-9ecd-83ce-63b20f7a24ed}">
          <p14:sldIdLst>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 name="Closing" id="{c9870a4a-068e-71e0-184d-4783a153fb92}">
          <p14:sldIdLst>
            <p14:sldId id="370"/>
            <p14:sldId id="371"/>
            <p14:sldId id="372"/>
            <p14:sldId id="373"/>
          </p14:sldIdLst>
        </p14:section>
        <p14:section name="Appendix" id="{00601202-7c23-01ac-c02c-613af0374659}">
          <p14:sldIdLst>
            <p14:sldId id="374"/>
            <p14:sldId id="375"/>
            <p14:sldId id="376"/>
            <p14:sldId id="377"/>
            <p14:sldId id="378"/>
            <p14:sldId id="379"/>
            <p14:sldId id="3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notesMaster" Target="notesMasters/notesMaster1.xml"/><Relationship Id="rId128" Type="http://schemas.openxmlformats.org/officeDocument/2006/relationships/presProps" Target="presProps.xml"/><Relationship Id="rId129" Type="http://schemas.openxmlformats.org/officeDocument/2006/relationships/viewProps" Target="viewProps.xml"/><Relationship Id="rId130" Type="http://schemas.openxmlformats.org/officeDocument/2006/relationships/theme" Target="theme/theme1.xml"/><Relationship Id="rId1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2.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2.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4.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4.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Call transplant hepatology early anyway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Hour 12</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62/87</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63/87</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63/87</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64/87</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65/87</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67/87</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68/87</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69/87</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69/87</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70/87</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71/87</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71/87</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72/87</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73/87</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74/87</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74/87</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75/87</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76/87</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76/87</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77/87</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78/87</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79/87</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80/87</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81/87</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82/87</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83/87</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84/87</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85/87</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86/87</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87/87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125</Slides>
  <Notes>125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125</vt:i4>
      </vt:variant>
    </vt:vector>
  </HeadingPairs>
  <TitlesOfParts>
    <vt:vector size="1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2026-10-26T23:44:18Z</dcterms:created>
  <dcterms:modified xsi:type="dcterms:W3CDTF">2026-10-26T23:44:18Z</dcterms:modified>
</cp:coreProperties>
</file>