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f6a931-6b6b-2942-55c3-99bd6125fe01}">
          <p14:sldIdLst>
            <p14:sldId id="256"/>
            <p14:sldId id="257"/>
          </p14:sldIdLst>
        </p14:section>
        <p14:section name="Patient A" id="{8148de57-44cb-0270-fcd2-894f5d1730a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1a31a063-20ef-a5d6-ef73-67ed8e4bad77}">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ad1d75d0-4aca-10d2-016d-ee2eedc28d0c}">
          <p14:sldIdLst>
            <p14:sldId id="372"/>
            <p14:sldId id="373"/>
            <p14:sldId id="374"/>
            <p14:sldId id="375"/>
          </p14:sldIdLst>
        </p14:section>
        <p14:section name="Appendix" id="{ca6dbdbe-dbb2-4b43-d203-73b5b790c7bc}">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2026-10-27T00:29:45Z</dcterms:created>
  <dcterms:modified xsi:type="dcterms:W3CDTF">2026-10-27T00:29:45Z</dcterms:modified>
</cp:coreProperties>
</file>