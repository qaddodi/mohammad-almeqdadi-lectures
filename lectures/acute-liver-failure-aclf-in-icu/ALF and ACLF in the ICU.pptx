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1c7d73-a02c-3eea-dbc5-fb188342aa44}">
          <p14:sldIdLst>
            <p14:sldId id="256"/>
            <p14:sldId id="257"/>
          </p14:sldIdLst>
        </p14:section>
        <p14:section name="Patient A: acute liver failure" id="{279a18e4-4b5d-ffbe-f83d-51a2bd7bbf45}">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8e0a88c9-af17-fa63-1e3a-3e405196f33b}">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29ef8ce5-9595-678e-391d-21f55463a1f8}">
          <p14:sldIdLst>
            <p14:sldId id="368"/>
            <p14:sldId id="369"/>
            <p14:sldId id="370"/>
            <p14:sldId id="371"/>
          </p14:sldIdLst>
        </p14:section>
        <p14:section name="Appendix" id="{71df801f-d569-01da-c87c-602ef69b252d}">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4.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4.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774375" y="4983480"/>
            <a:ext cx="1051560" cy="1051560"/>
          </a:xfrm>
          <a:prstGeom prst="rect">
            <a:avLst/>
          </a:prstGeom>
        </p:spPr>
      </p:pic>
      <p:sp>
        <p:nvSpPr>
          <p:cNvPr id="8" name="Text 3"/>
          <p:cNvSpPr txBox="1"/>
          <p:nvPr/>
        </p:nvSpPr>
        <p:spPr>
          <a:xfrm>
            <a:off x="10591495" y="6053328"/>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2026-10-26T23:13:07Z</dcterms:created>
  <dcterms:modified xsi:type="dcterms:W3CDTF">2026-10-26T23:13:07Z</dcterms:modified>
</cp:coreProperties>
</file>