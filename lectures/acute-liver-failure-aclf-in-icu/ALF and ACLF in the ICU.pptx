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2fcce3-ab45-0d38-af6b-35f11bac8777}">
          <p14:sldIdLst>
            <p14:sldId id="256"/>
            <p14:sldId id="257"/>
          </p14:sldIdLst>
        </p14:section>
        <p14:section name="Patient A: acute liver failure" id="{bd865f6f-bae8-7c1d-8c68-ba049f5e2581}">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76e14bef-e57f-6dda-725c-464a88dabd35}">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f9203d43-a45a-ab7c-f1ed-4b6a0fd8019b}">
          <p14:sldIdLst>
            <p14:sldId id="368"/>
            <p14:sldId id="369"/>
            <p14:sldId id="370"/>
            <p14:sldId id="371"/>
          </p14:sldIdLst>
        </p14:section>
        <p14:section name="Appendix" id="{9f7277c7-bf80-f3ea-822e-c08173dcdb3b}">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night-time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6492240" y="2651760"/>
            <a:ext cx="5287975" cy="457200"/>
          </a:xfrm>
          <a:prstGeom prst="rect">
            <a:avLst/>
          </a:prstGeom>
          <a:noFill/>
          <a:ln/>
        </p:spPr>
        <p:txBody>
          <a:bodyPr wrap="square" lIns="0" tIns="0" rIns="0" bIns="0" rtlCol="0" anchor="ctr"/>
          <a:lstStyle/>
          <a:p>
            <a:pPr algn="ctr" indent="0" marL="0">
              <a:buNone/>
            </a:pPr>
            <a:r>
              <a:rPr lang="en-US" sz="2200" i="1" dirty="0">
                <a:solidFill>
                  <a:srgbClr val="595959"/>
                </a:solidFill>
                <a:latin typeface="Georgia" pitchFamily="34" charset="0"/>
                <a:ea typeface="Georgia" pitchFamily="34" charset="-122"/>
                <a:cs typeface="Georgia" pitchFamily="34" charset="-120"/>
              </a:rPr>
              <a:t>A guide for the night shift</a:t>
            </a:r>
            <a:endParaRPr lang="en-US" sz="2200" dirty="0"/>
          </a:p>
        </p:txBody>
      </p:sp>
      <p:sp>
        <p:nvSpPr>
          <p:cNvPr id="5" name="Shape 2"/>
          <p:cNvSpPr/>
          <p:nvPr/>
        </p:nvSpPr>
        <p:spPr>
          <a:xfrm>
            <a:off x="7589520" y="3429000"/>
            <a:ext cx="3093415" cy="0"/>
          </a:xfrm>
          <a:prstGeom prst="line">
            <a:avLst/>
          </a:prstGeom>
          <a:noFill/>
          <a:ln w="12700">
            <a:solidFill>
              <a:srgbClr val="A6A6A6"/>
            </a:solidFill>
            <a:prstDash val="solid"/>
          </a:ln>
        </p:spPr>
      </p:sp>
      <p:sp>
        <p:nvSpPr>
          <p:cNvPr id="6" name="Text 3"/>
          <p:cNvSpPr txBox="1"/>
          <p:nvPr/>
        </p:nvSpPr>
        <p:spPr>
          <a:xfrm>
            <a:off x="6492240" y="3657600"/>
            <a:ext cx="5287975" cy="114300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7403440" y="507492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tonight?</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2026-10-26T22:48:37Z</dcterms:created>
  <dcterms:modified xsi:type="dcterms:W3CDTF">2026-10-26T22:48:37Z</dcterms:modified>
</cp:coreProperties>
</file>