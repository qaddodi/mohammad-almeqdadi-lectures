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8690a5b-017c-ad9c-7fe4-6b643912fec7}">
          <p14:sldIdLst>
            <p14:sldId id="256"/>
            <p14:sldId id="257"/>
          </p14:sldIdLst>
        </p14:section>
        <p14:section name="Patient A" id="{bf88fcaf-e2b7-1082-67ec-edd13d2f5386}">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67c0d2f8-353d-a934-67e3-32e3bcfe2ba8}">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1b27e822-2db1-f414-6f9d-2b437447832b}">
          <p14:sldIdLst>
            <p14:sldId id="372"/>
            <p14:sldId id="373"/>
            <p14:sldId id="374"/>
            <p14:sldId id="375"/>
          </p14:sldIdLst>
        </p14:section>
        <p14:section name="Appendix" id="{b24f3d84-2899-ca63-2ed3-51267bcfc825}">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TEG in 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2.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41964"/>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41247" y="2514600"/>
            <a:ext cx="410920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027769"/>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027769"/>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323505" y="2514600"/>
            <a:ext cx="3544685"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4438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853753" y="2514600"/>
            <a:ext cx="24841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0136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201211" y="2514600"/>
            <a:ext cx="378927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81682" y="2377440"/>
            <a:ext cx="1810636"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08082" y="2514600"/>
            <a:ext cx="217553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pic>
        <p:nvPicPr>
          <p:cNvPr id="3" name="Image 0" descr="TEG tracing with R, K, alpha-angle, maximum amplitude and lysis at 30 minutes labeled">    </p:cNvPr>
          <p:cNvPicPr>
            <a:picLocks noChangeAspect="1"/>
          </p:cNvPicPr>
          <p:nvPr/>
        </p:nvPicPr>
        <p:blipFill>
          <a:blip r:embed="rId1"/>
          <a:stretch>
            <a:fillRect/>
          </a:stretch>
        </p:blipFill>
        <p:spPr>
          <a:xfrm>
            <a:off x="640080" y="1371600"/>
            <a:ext cx="5120640" cy="3593592"/>
          </a:xfrm>
          <a:prstGeom prst="rect">
            <a:avLst/>
          </a:prstGeom>
        </p:spPr>
      </p:pic>
      <p:sp>
        <p:nvSpPr>
          <p:cNvPr id="4" name="Body"/>
          <p:cNvSpPr txBox="1"/>
          <p:nvPr/>
        </p:nvSpPr>
        <p:spPr>
          <a:xfrm>
            <a:off x="6126480" y="1463040"/>
            <a:ext cx="5669280" cy="347472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graphicFrame>
        <p:nvGraphicFramePr>
          <p:cNvPr id="3" name="Chart 0" descr=""/>
          <p:cNvGraphicFramePr/>
          <p:nvPr/>
        </p:nvGraphicFramePr>
        <p:xfrm>
          <a:off x="457200" y="1188720"/>
          <a:ext cx="5760720" cy="41148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492240" y="1280160"/>
            <a:ext cx="5303520" cy="411480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Stravitz 2012: acute liver injury or ALF, TEG on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Patients with encephalopathy had stronger clots than those without</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Factors V and VII were low, but protein C, protein S and antithrombin fell too, and factor VIII was about 4 times normal</a:t>
            </a:r>
            <a:endParaRPr lang="en-US" sz="1700" dirty="0"/>
          </a:p>
        </p:txBody>
      </p:sp>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91875" y="1188720"/>
            <a:ext cx="231593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6597" y="2788920"/>
            <a:ext cx="4098500"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589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6811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Not blinded; nothing on ACLF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 bridge; don't delay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6811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64821" y="2148840"/>
            <a:ext cx="5662052"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20947"/>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1298448"/>
                <a:gridCol w="6931152"/>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371600"/>
                <a:gridCol w="7324344"/>
                <a:gridCol w="2212848"/>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57508" y="2514600"/>
            <a:ext cx="4676679"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4056822"/>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4697073" y="3063240"/>
            <a:ext cx="2797549"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2956736" y="2148840"/>
            <a:ext cx="627822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128016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22402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pic>
        <p:nvPicPr>
          <p:cNvPr id="5" name="Image 0" descr="Watercolor of a cup of tablets, an ampule and a syringe">    </p:cNvPr>
          <p:cNvPicPr>
            <a:picLocks noChangeAspect="1"/>
          </p:cNvPicPr>
          <p:nvPr/>
        </p:nvPicPr>
        <p:blipFill>
          <a:blip r:embed="rId1"/>
          <a:stretch>
            <a:fillRect/>
          </a:stretch>
        </p:blipFill>
        <p:spPr>
          <a:xfrm>
            <a:off x="4371919" y="2926080"/>
            <a:ext cx="3447858" cy="34290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39860" y="2148840"/>
            <a:ext cx="471197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457200" y="1325880"/>
            <a:ext cx="630936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did a falling ALT make you more worried?</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When is CRRT right before the creatinine is high?</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isn't lactulose for ACLF evidence for ALF?</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What would make you change yesterday's plan?</a:t>
            </a:r>
            <a:endParaRPr lang="en-US" sz="2000" dirty="0"/>
          </a:p>
        </p:txBody>
      </p:sp>
      <p:pic>
        <p:nvPicPr>
          <p:cNvPr id="4" name="Image 0" descr="Watercolor of two empty ICU beds side by side">    </p:cNvPr>
          <p:cNvPicPr>
            <a:picLocks noChangeAspect="1"/>
          </p:cNvPicPr>
          <p:nvPr/>
        </p:nvPicPr>
        <p:blipFill>
          <a:blip r:embed="rId1"/>
          <a:stretch>
            <a:fillRect/>
          </a:stretch>
        </p:blipFill>
        <p:spPr>
          <a:xfrm>
            <a:off x="6903720" y="1463040"/>
            <a:ext cx="4983480" cy="3397827"/>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47118"/>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2026-10-27T01:46:44Z</dcterms:created>
  <dcterms:modified xsi:type="dcterms:W3CDTF">2026-10-27T01:46:44Z</dcterms:modified>
</cp:coreProperties>
</file>