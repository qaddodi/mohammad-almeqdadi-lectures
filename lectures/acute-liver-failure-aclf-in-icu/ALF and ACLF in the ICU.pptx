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9.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0.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3.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4.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5.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ff30f2-5c59-b606-1647-ac5320e9a824}">
          <p14:sldIdLst>
            <p14:sldId id="256"/>
            <p14:sldId id="257"/>
          </p14:sldIdLst>
        </p14:section>
        <p14:section name="Patient A" id="{d324b586-b817-363c-c1b3-f279ccf8291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993a2cdb-a71b-6cb7-eed3-0ecb815b9279}">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692fa935-033f-56c2-71a9-a1a96454c170}">
          <p14:sldIdLst>
            <p14:sldId id="370"/>
            <p14:sldId id="371"/>
            <p14:sldId id="372"/>
            <p14:sldId id="373"/>
          </p14:sldIdLst>
        </p14:section>
        <p14:section name="Appendix" id="{0e4e6cd1-f0f7-4ff0-e624-d55b37438533}">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2026-10-27T00:04:42Z</dcterms:created>
  <dcterms:modified xsi:type="dcterms:W3CDTF">2026-10-27T00:04:42Z</dcterms:modified>
</cp:coreProperties>
</file>