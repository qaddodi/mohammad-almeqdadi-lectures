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7.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0.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charts/chart11.xml" ContentType="application/vnd.openxmlformats-officedocument.drawingml.chart+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12.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3.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Lst>
  <p:notesMasterIdLst>
    <p:notesMasterId r:id="rId9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d7523a-2cfd-6282-8bca-e2dc2ffa6a22}">
          <p14:sldIdLst>
            <p14:sldId id="256"/>
            <p14:sldId id="257"/>
          </p14:sldIdLst>
        </p14:section>
        <p14:section name="Patient A: acute liver failure" id="{12919fff-3030-1281-8ab4-82f3858bd506}">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Lst>
        </p14:section>
        <p14:section name="Patient B: ACLF" id="{9e044ca4-3b07-7fcf-164a-22446b360d50}">
          <p14:sldIdLst>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Lst>
        </p14:section>
        <p14:section name="Closing" id="{cfa7fb7e-0011-f688-11e9-49f16fad1178}">
          <p14:sldIdLst>
            <p14:sldId id="335"/>
            <p14:sldId id="336"/>
            <p14:sldId id="337"/>
            <p14:sldId id="338"/>
          </p14:sldIdLst>
        </p14:section>
        <p14:section name="Appendix" id="{8f0f22f2-9348-0e70-15ec-fa6195fd452a}">
          <p14:sldIdLst>
            <p14:sldId id="339"/>
            <p14:sldId id="340"/>
            <p14:sldId id="341"/>
            <p14:sldId id="342"/>
            <p14:sldId id="343"/>
            <p14:sldId id="344"/>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notesMaster" Target="notesMasters/notesMaster1.xml"/><Relationship Id="rId93" Type="http://schemas.openxmlformats.org/officeDocument/2006/relationships/presProps" Target="presProps.xml"/><Relationship Id="rId94" Type="http://schemas.openxmlformats.org/officeDocument/2006/relationships/viewProps" Target="viewProps.xml"/><Relationship Id="rId95" Type="http://schemas.openxmlformats.org/officeDocument/2006/relationships/theme" Target="theme/theme1.xml"/><Relationship Id="rId9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4-1.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Hyperosmolar bolus (hypertonic saline or mannitol)</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Brief hyperventilation as a bridge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Call the transplant team now</a:t>
            </a:r>
            <a:endParaRPr lang="en-US" sz="2100" dirty="0"/>
          </a:p>
          <a:p>
            <a:pPr indent="0" marL="0">
              <a:spcBef>
                <a:spcPts val="1800"/>
              </a:spcBef>
              <a:buNone/>
            </a:pPr>
            <a:r>
              <a:rPr lang="en-US" sz="2100" b="1" dirty="0">
                <a:solidFill>
                  <a:srgbClr val="000000"/>
                </a:solidFill>
                <a:latin typeface="Georgia" pitchFamily="34" charset="0"/>
                <a:ea typeface="Georgia" pitchFamily="34" charset="-122"/>
                <a:cs typeface="Georgia" pitchFamily="34" charset="-120"/>
              </a:rPr>
              <a:t>Things to know</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A normal head CT does not exclude raised ICP</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Body"/>
          <p:cNvSpPr txBox="1"/>
          <p:nvPr/>
        </p:nvSpPr>
        <p:spPr>
          <a:xfrm>
            <a:off x="7589520" y="5806440"/>
            <a:ext cx="42062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90</Slides>
  <Notes>90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90</vt:i4>
      </vt:variant>
    </vt:vector>
  </HeadingPairs>
  <TitlesOfParts>
    <vt:vector size="9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2026-10-26T20:37:28Z</dcterms:created>
  <dcterms:modified xsi:type="dcterms:W3CDTF">2026-10-26T20:37:28Z</dcterms:modified>
</cp:coreProperties>
</file>