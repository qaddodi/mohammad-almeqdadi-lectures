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e6ca9c-e9da-9233-6ab1-195984b1678e}">
          <p14:sldIdLst>
            <p14:sldId id="256"/>
            <p14:sldId id="257"/>
          </p14:sldIdLst>
        </p14:section>
        <p14:section name="Patient A" id="{d71122f4-3471-0dd5-bcf5-39d2955ef605}">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34ba94ec-13ef-7363-607d-8a1c3e177a4f}">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a19d358a-acc2-88e8-6b3f-4baec9904ed4}">
          <p14:sldIdLst>
            <p14:sldId id="372"/>
            <p14:sldId id="373"/>
            <p14:sldId id="374"/>
            <p14:sldId id="375"/>
          </p14:sldIdLst>
        </p14:section>
        <p14:section name="Appendix" id="{880e8e22-c8be-d45f-8b4c-6be4bdf0d973}">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1536192"/>
                <a:gridCol w="9006840"/>
              </a:tblGrid>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Study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RCT, 182 ALF: high-volume plasma exchange × 3 days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Finding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Hospital survival 58.7% vs 47.8% (HR 0.56)</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Limits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Not blinded; nothing on ACLF</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So</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 bridge; don't delay listing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2026-10-27T00:56:00Z</dcterms:created>
  <dcterms:modified xsi:type="dcterms:W3CDTF">2026-10-27T00:56:00Z</dcterms:modified>
</cp:coreProperties>
</file>