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09dc502-8468-b97a-b162-e06e190bc3f3}">
          <p14:sldIdLst>
            <p14:sldId id="256"/>
            <p14:sldId id="257"/>
          </p14:sldIdLst>
        </p14:section>
        <p14:section name="Patient A" id="{4af3f39d-9eb3-a67b-a1e4-70c922d4b8f9}">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514826e3-753b-43cc-a611-11ed9a747f5b}">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4db573a0-7abb-a9e2-1a1b-ebd5c188cc50}">
          <p14:sldIdLst>
            <p14:sldId id="372"/>
            <p14:sldId id="373"/>
            <p14:sldId id="374"/>
            <p14:sldId id="375"/>
          </p14:sldIdLst>
        </p14:section>
        <p14:section name="Appendix" id="{6926160f-c3d7-7589-15d6-14e5064f0c53}">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7-1.jp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9/78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9/78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10/78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11/78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12/78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12/78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13/78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13/78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14/78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15/78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15/78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16/78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17/78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17/78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18/78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19/78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20/78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20/78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21/78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21/78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22/78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22/78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23/78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23/78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26/78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27/78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29/78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29/78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30/78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30/78</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31/78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32/78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32/78</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33/78</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34/78</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34/78</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34/78</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35/78</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35/78</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36/78</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37/78</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37/78</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38/78</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38/78</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39/78</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39/78</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195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40/78</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Not blinded; nothing on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 bridge; don't delay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195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40/78</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41/78</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42/78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43/78</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44/78</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45/78</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45/78</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46/78</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46/78</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47/78</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47/78</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48/78</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48/78</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49/78</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50/78</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50/78</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51/78</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51/78</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52/78</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53/78</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54/78</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55/78</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57/78</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57/78</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58/78</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59/78</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60/78</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60/78</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61/78</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61/78</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62/78</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63/78</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63/78</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64/78</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65/78</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65/78</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66/78</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67/78</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67/78</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68/78</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58985" y="2926080"/>
            <a:ext cx="3473726"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69/78</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69/78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70/78</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70/78</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71/78</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72/78</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72/78</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73/78</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74/78</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74/78</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75/78</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76/78</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77/78</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78/78</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2026-10-27T02:24:50Z</dcterms:created>
  <dcterms:modified xsi:type="dcterms:W3CDTF">2026-10-27T02:24:50Z</dcterms:modified>
</cp:coreProperties>
</file>