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6.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7.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charts/chart10.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charts/chart11.xml" ContentType="application/vnd.openxmlformats-officedocument.drawingml.chart+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2.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97e39a0-99b1-0b2f-ace0-fa1ef9e09e89}">
          <p14:sldIdLst>
            <p14:sldId id="256"/>
            <p14:sldId id="257"/>
          </p14:sldIdLst>
        </p14:section>
        <p14:section name="Patient A: acute liver failure" id="{f6ecf52c-25b9-6660-dfba-6442405653bc}">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Lst>
        </p14:section>
        <p14:section name="Patient B: ACLF" id="{58495543-9808-ab54-c7ff-33fe2e303815}">
          <p14:sldIdLst>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Lst>
        </p14:section>
        <p14:section name="Closing" id="{fc3ef24c-5eb4-ef17-b1db-28ce6cdf1f93}">
          <p14:sldIdLst>
            <p14:sldId id="345"/>
            <p14:sldId id="346"/>
            <p14:sldId id="347"/>
            <p14:sldId id="348"/>
          </p14:sldIdLst>
        </p14:section>
        <p14:section name="Appendix" id="{dd414edf-14b8-2aea-a179-2e116b356616}">
          <p14:sldIdLst>
            <p14:sldId id="349"/>
            <p14:sldId id="350"/>
            <p14:sldId id="351"/>
            <p14:sldId id="352"/>
            <p14:sldId id="353"/>
            <p14:sldId id="354"/>
            <p14:sldId id="35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night,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5-1.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2.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2.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2.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2.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2.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pic>
        <p:nvPicPr>
          <p:cNvPr id="5" name="Image 1" descr="Lee 2009 NAC trial">    </p:cNvPr>
          <p:cNvPicPr>
            <a:picLocks noChangeAspect="1"/>
          </p:cNvPicPr>
          <p:nvPr/>
        </p:nvPicPr>
        <p:blipFill>
          <a:blip r:embed="rId2"/>
          <a:stretch>
            <a:fillRect/>
          </a:stretch>
        </p:blipFill>
        <p:spPr>
          <a:xfrm>
            <a:off x="1280160" y="4069080"/>
            <a:ext cx="9631375" cy="1214927"/>
          </a:xfrm>
          <a:prstGeom prst="rect">
            <a:avLst/>
          </a:prstGeom>
        </p:spPr>
      </p:pic>
      <p:sp>
        <p:nvSpPr>
          <p:cNvPr id="6" name="Shape 2"/>
          <p:cNvSpPr/>
          <p:nvPr/>
        </p:nvSpPr>
        <p:spPr>
          <a:xfrm>
            <a:off x="1280160" y="4069080"/>
            <a:ext cx="9631375" cy="1214927"/>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pic>
        <p:nvPicPr>
          <p:cNvPr id="5"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6" name="Shape 2"/>
          <p:cNvSpPr/>
          <p:nvPr/>
        </p:nvSpPr>
        <p:spPr>
          <a:xfrm>
            <a:off x="3474393" y="3520440"/>
            <a:ext cx="5242908" cy="2651760"/>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the first night: bed 7</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this afternoon.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tonight.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9037" y="1143000"/>
            <a:ext cx="687362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the morning?</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pic>
        <p:nvPicPr>
          <p:cNvPr id="5"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6" name="Shape 2"/>
          <p:cNvSpPr/>
          <p:nvPr/>
        </p:nvSpPr>
        <p:spPr>
          <a:xfrm>
            <a:off x="1280160" y="4069080"/>
            <a:ext cx="9631375" cy="1657943"/>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pic>
        <p:nvPicPr>
          <p:cNvPr id="5"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6" name="Shape 2"/>
          <p:cNvSpPr/>
          <p:nvPr/>
        </p:nvSpPr>
        <p:spPr>
          <a:xfrm>
            <a:off x="1280160" y="4069080"/>
            <a:ext cx="9631375" cy="1404786"/>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sp>
        <p:nvSpPr>
          <p:cNvPr id="5" name="Shape 2"/>
          <p:cNvSpPr/>
          <p:nvPr/>
        </p:nvSpPr>
        <p:spPr>
          <a:xfrm>
            <a:off x="7040880" y="1188720"/>
            <a:ext cx="4663440" cy="1236732"/>
          </a:xfrm>
          <a:prstGeom prst="rect">
            <a:avLst/>
          </a:prstGeom>
          <a:ln w="9525">
            <a:solidFill>
              <a:srgbClr val="BFBFBF"/>
            </a:solidFill>
            <a:prstDash val="solid"/>
          </a:ln>
        </p:spPr>
      </p:sp>
      <p:pic>
        <p:nvPicPr>
          <p:cNvPr id="6"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7"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9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2026-10-26T21:04:17Z</dcterms:created>
  <dcterms:modified xsi:type="dcterms:W3CDTF">2026-10-26T21:04:17Z</dcterms:modified>
</cp:coreProperties>
</file>