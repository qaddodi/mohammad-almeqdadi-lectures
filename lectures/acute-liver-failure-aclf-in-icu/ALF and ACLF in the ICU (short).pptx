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12.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charts/chart13.xml" ContentType="application/vnd.openxmlformats-officedocument.drawingml.chart+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e75d1f-5ab4-cbc1-8a50-7ac2885b7adf}">
          <p14:sldIdLst>
            <p14:sldId id="256"/>
            <p14:sldId id="257"/>
          </p14:sldIdLst>
        </p14:section>
        <p14:section name="Patient A" id="{8f4b980a-fc01-87ab-839a-e719ee8b190c}">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fdf7b40f-2fa7-7f85-05c9-36fe72a48ef4}">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Lst>
        </p14:section>
        <p14:section name="Closing" id="{c1ded5cd-af1b-e00a-bcba-790353fa9453}">
          <p14:sldIdLst>
            <p14:sldId id="344"/>
            <p14:sldId id="345"/>
            <p14:sldId id="346"/>
            <p14:sldId id="347"/>
          </p14:sldIdLst>
        </p14:section>
        <p14:section name="Appendix" id="{30c83053-971b-676e-05ff-9c21cd2ecb9a}">
          <p14:sldIdLst>
            <p14:sldId id="348"/>
            <p14:sldId id="349"/>
            <p14:sldId id="350"/>
            <p14:sldId id="351"/>
            <p14:sldId id="352"/>
            <p14:sldId id="353"/>
            <p14:sldId id="354"/>
            <p14:sldId id="35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5.xml"/><Relationship Id="rId3" Type="http://schemas.openxmlformats.org/officeDocument/2006/relationships/chart" Target="/ppt/charts/chart6.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45-1.jp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2.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image" Target="../media/image-92-2.png"/><Relationship Id="rId3" Type="http://schemas.openxmlformats.org/officeDocument/2006/relationships/slideLayout" Target="../slideLayouts/slideLayout4.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DIPS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3361334" y="2269570"/>
            <a:ext cx="2103120" cy="530352"/>
          </a:xfrm>
          <a:prstGeom prst="rect">
            <a:avLst/>
          </a:prstGeom>
          <a:noFill/>
          <a:ln/>
        </p:spPr>
        <p:txBody>
          <a:bodyPr wrap="square" lIns="0" tIns="0" rIns="0" bIns="0" rtlCol="0" anchor="b"/>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a:p>
            <a:pPr algn="r" indent="0" marL="0">
              <a:buNone/>
            </a:pPr>
            <a:r>
              <a:rPr lang="en-US" sz="1100" dirty="0">
                <a:solidFill>
                  <a:srgbClr val="000000"/>
                </a:solidFill>
                <a:latin typeface="Calibri" pitchFamily="34" charset="0"/>
                <a:ea typeface="Calibri" pitchFamily="34" charset="-122"/>
                <a:cs typeface="Calibri" pitchFamily="34" charset="-120"/>
              </a:rPr>
              <a:t>lowest level in a herniated patient</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33/58</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33/58</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34/58</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34/58</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35/58</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58.7% vs 47.8% (HR 0.56)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51.4% vs 62.6% (p = 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blinded; 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Retrospective; sicker patients got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365760" y="5120640"/>
            <a:ext cx="795528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Better blood pressure, no proven survival benefit</a:t>
            </a:r>
            <a:endParaRPr lang="en-US" sz="2200" dirty="0"/>
          </a:p>
        </p:txBody>
      </p:sp>
      <p:pic>
        <p:nvPicPr>
          <p:cNvPr id="5"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36/58</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37/58</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38/58</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39/58</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40/58</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40/58</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41/58</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41/58</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42/58</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43/58</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43/58</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44/58</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44/58</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45/58</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47/58</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48/58</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49/58</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49/58</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50/58</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51/58</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52/58</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52/58</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53/58</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54/58</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55/58</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56/58</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57/58</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58/58</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calling transplant hepatology</a:t>
            </a:r>
            <a:endParaRPr lang="en-US" sz="3000" dirty="0"/>
          </a:p>
        </p:txBody>
      </p:sp>
      <p:graphicFrame>
        <p:nvGraphicFramePr>
          <p:cNvPr id="9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in ALF.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Burke L et al. Plasma exchange in a real-world ALF cohort. J Hepatol 2025;82:615-21 [PMID: 39362282]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2026-10-28T15:44:53Z</dcterms:created>
  <dcterms:modified xsi:type="dcterms:W3CDTF">2026-10-28T15:44:53Z</dcterms:modified>
</cp:coreProperties>
</file>