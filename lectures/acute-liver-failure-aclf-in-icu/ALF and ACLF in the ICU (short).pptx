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charts/chart7.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charts/chart12.xml" ContentType="application/vnd.openxmlformats-officedocument.drawingml.chart+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3.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Lst>
  <p:notesMasterIdLst>
    <p:notesMasterId r:id="rId10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aef73d6-d27e-add3-d233-5bfb2e199d23}">
          <p14:sldIdLst>
            <p14:sldId id="256"/>
            <p14:sldId id="257"/>
          </p14:sldIdLst>
        </p14:section>
        <p14:section name="Patient A" id="{29c6b053-875d-83b9-cdd9-22a8b0539316}">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Lst>
        </p14:section>
        <p14:section name="Patient B" id="{0192c943-ce8d-9893-bfe0-8710e3ebd002}">
          <p14:sldIdLst>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Lst>
        </p14:section>
        <p14:section name="Closing" id="{1f9b2b06-3a2d-8e6a-2828-2cf9a21cb0a6}">
          <p14:sldIdLst>
            <p14:sldId id="343"/>
            <p14:sldId id="344"/>
            <p14:sldId id="345"/>
            <p14:sldId id="346"/>
          </p14:sldIdLst>
        </p14:section>
        <p14:section name="Appendix" id="{8633b8e9-a7ea-c0ff-4af0-d3c280dd79a9}">
          <p14:sldIdLst>
            <p14:sldId id="347"/>
            <p14:sldId id="348"/>
            <p14:sldId id="349"/>
            <p14:sldId id="350"/>
            <p14:sldId id="351"/>
            <p14:sldId id="352"/>
            <p14:sldId id="353"/>
            <p14:sldId id="35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notesMaster" Target="notesMasters/notesMaster1.xml"/><Relationship Id="rId102" Type="http://schemas.openxmlformats.org/officeDocument/2006/relationships/presProps" Target="presProps.xml"/><Relationship Id="rId103" Type="http://schemas.openxmlformats.org/officeDocument/2006/relationships/viewProps" Target="viewProps.xml"/><Relationship Id="rId104" Type="http://schemas.openxmlformats.org/officeDocument/2006/relationships/theme" Target="theme/theme1.xml"/><Relationship Id="rId10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Where it usually goes wrong is the circuit: it keeps clotting, so the delivered clearance is a fraction of what was ordered. The other problem is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take her off the list: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3.xml"/><Relationship Id="rId3" Type="http://schemas.openxmlformats.org/officeDocument/2006/relationships/chart" Target="/ppt/charts/chart4.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5.xml"/><Relationship Id="rId3" Type="http://schemas.openxmlformats.org/officeDocument/2006/relationships/chart" Target="/ppt/charts/chart6.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chart" Target="/ppt/charts/chart7.xml"/><Relationship Id="rId1" Type="http://schemas.openxmlformats.org/officeDocument/2006/relationships/image" Target="../media/image-45-1.jp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4.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2.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4.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2.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image" Target="../media/image-91-2.png"/><Relationship Id="rId3" Type="http://schemas.openxmlformats.org/officeDocument/2006/relationships/slideLayout" Target="../slideLayouts/slideLayout4.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and bed 7</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Is it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first hour</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097280" y="1554480"/>
          <a:ext cx="9997135" cy="914400"/>
        </p:xfrm>
        <a:graphic>
          <a:graphicData uri="http://schemas.openxmlformats.org/drawingml/2006/table">
            <a:tbl>
              <a:tblPr/>
              <a:tblGrid>
                <a:gridCol w="4151376"/>
                <a:gridCol w="5843016"/>
              </a:tblGrid>
              <a:tr h="618134">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Support</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Workup</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9392">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ICU bed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Glucose every 1 to 2 hours</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Volume, perfusion, lactate</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Neuro checks</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Acetaminophen level</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Viral, autoimmune, Wilson, toxicology</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Doppler ultrasound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Pregnancy test</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Send the workup while you resuscitate</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56816"/>
                <a:gridCol w="2331720"/>
                <a:gridCol w="3200400"/>
                <a:gridCol w="3419856"/>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lungs (ARDS)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brain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Rising ICP: hypertension, bradycardia, a new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Indication: ammonia 214 and grade III encephalopathy. The creatinine doesn't matter here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What matters is the effluent dose and hours on a working circuit, more than the mode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on day 3</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look at his oxygen</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50/57</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Transplant in ACLF</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ACLF 3 on a ventilator. Would you call?</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if it happens early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makes transplant unlikely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55/57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Summary</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56/57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pic>
        <p:nvPicPr>
          <p:cNvPr id="4" name="Image 1" descr="QR code linking to the slides PDF">    </p:cNvPr>
          <p:cNvPicPr>
            <a:picLocks noChangeAspect="1"/>
          </p:cNvPicPr>
          <p:nvPr/>
        </p:nvPicPr>
        <p:blipFill>
          <a:blip r:embed="rId2"/>
          <a:stretch>
            <a:fillRect/>
          </a:stretch>
        </p:blipFill>
        <p:spPr>
          <a:xfrm>
            <a:off x="7955280" y="2834640"/>
            <a:ext cx="2286000" cy="2286000"/>
          </a:xfrm>
          <a:prstGeom prst="rect">
            <a:avLst/>
          </a:prstGeom>
        </p:spPr>
      </p:pic>
      <p:sp>
        <p:nvSpPr>
          <p:cNvPr id="5" name="Text 1"/>
          <p:cNvSpPr txBox="1"/>
          <p:nvPr/>
        </p:nvSpPr>
        <p:spPr>
          <a:xfrm>
            <a:off x="6492240" y="5212080"/>
            <a:ext cx="521208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Georgia" pitchFamily="34" charset="0"/>
                <a:ea typeface="Georgia" pitchFamily="34" charset="-122"/>
                <a:cs typeface="Georgia" pitchFamily="34" charset="-120"/>
              </a:rPr>
              <a:t>Slides (PDF)</a:t>
            </a:r>
            <a:endParaRPr lang="en-US" sz="1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93"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calling transplant hepatology</a:t>
            </a:r>
            <a:endParaRPr lang="en-US" sz="3000" dirty="0"/>
          </a:p>
        </p:txBody>
      </p:sp>
      <p:graphicFrame>
        <p:nvGraphicFramePr>
          <p:cNvPr id="98"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A8</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99</Slides>
  <Notes>99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99</vt:i4>
      </vt:variant>
    </vt:vector>
  </HeadingPairs>
  <TitlesOfParts>
    <vt:vector size="10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2026-10-28T12:16:02Z</dcterms:created>
  <dcterms:modified xsi:type="dcterms:W3CDTF">2026-10-28T12:16:02Z</dcterms:modified>
</cp:coreProperties>
</file>