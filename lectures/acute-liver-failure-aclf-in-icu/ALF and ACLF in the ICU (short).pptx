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7.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charts/chart12.xml" ContentType="application/vnd.openxmlformats-officedocument.drawingml.chart+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3.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Lst>
  <p:notesMasterIdLst>
    <p:notesMasterId r:id="rId10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2eddc63-decc-d314-bfcb-2a4a91865886}">
          <p14:sldIdLst>
            <p14:sldId id="256"/>
            <p14:sldId id="257"/>
          </p14:sldIdLst>
        </p14:section>
        <p14:section name="Patient A" id="{2ccdfc6b-a2c0-e906-b5bb-cc0c41b53ca8}">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Lst>
        </p14:section>
        <p14:section name="Patient B" id="{31720e4f-b5de-a44f-718d-bf1f62b0305c}">
          <p14:sldIdLst>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Lst>
        </p14:section>
        <p14:section name="Closing" id="{d757de48-f047-da57-996e-d54285c30a03}">
          <p14:sldIdLst>
            <p14:sldId id="343"/>
            <p14:sldId id="344"/>
            <p14:sldId id="345"/>
            <p14:sldId id="346"/>
          </p14:sldIdLst>
        </p14:section>
        <p14:section name="Appendix" id="{e37843f7-5e40-3f47-8a59-65e403890095}">
          <p14:sldIdLst>
            <p14:sldId id="347"/>
            <p14:sldId id="348"/>
            <p14:sldId id="349"/>
            <p14:sldId id="350"/>
            <p14:sldId id="351"/>
            <p14:sldId id="352"/>
            <p14:sldId id="353"/>
            <p14:sldId id="35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notesMaster" Target="notesMasters/notesMaster1.xml"/><Relationship Id="rId102" Type="http://schemas.openxmlformats.org/officeDocument/2006/relationships/presProps" Target="presProps.xml"/><Relationship Id="rId103" Type="http://schemas.openxmlformats.org/officeDocument/2006/relationships/viewProps" Target="viewProps.xml"/><Relationship Id="rId104" Type="http://schemas.openxmlformats.org/officeDocument/2006/relationships/theme" Target="theme/theme1.xml"/><Relationship Id="rId10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3.xml"/><Relationship Id="rId3" Type="http://schemas.openxmlformats.org/officeDocument/2006/relationships/chart" Target="/ppt/charts/chart4.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5.xml"/><Relationship Id="rId3" Type="http://schemas.openxmlformats.org/officeDocument/2006/relationships/chart" Target="/ppt/charts/chart6.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chart" Target="/ppt/charts/chart7.xml"/><Relationship Id="rId1" Type="http://schemas.openxmlformats.org/officeDocument/2006/relationships/image" Target="../media/image-45-1.jp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4.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2.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2.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4.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calling transplant hepatology</a:t>
            </a:r>
            <a:endParaRPr lang="en-US" sz="3000" dirty="0"/>
          </a:p>
        </p:txBody>
      </p:sp>
      <p:graphicFrame>
        <p:nvGraphicFramePr>
          <p:cNvPr id="98"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A8</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99</Slides>
  <Notes>99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99</vt:i4>
      </vt:variant>
    </vt:vector>
  </HeadingPairs>
  <TitlesOfParts>
    <vt:vector size="10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2026-10-28T00:52:53Z</dcterms:created>
  <dcterms:modified xsi:type="dcterms:W3CDTF">2026-10-28T00:52:53Z</dcterms:modified>
</cp:coreProperties>
</file>