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63" r:id="rId5"/>
    <p:sldId id="257" r:id="rId6"/>
    <p:sldId id="258" r:id="rId7"/>
    <p:sldId id="264" r:id="rId8"/>
    <p:sldId id="260" r:id="rId9"/>
    <p:sldId id="259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4943FD-37B3-46DE-808F-1355A6FF7706}" v="36" dt="2024-05-06T15:36:00.4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meqdadi, Mohammad" userId="fe58b89e-5934-4b2c-a8d1-d2d0479db931" providerId="ADAL" clId="{F04943FD-37B3-46DE-808F-1355A6FF7706}"/>
    <pc:docChg chg="undo custSel addSld modSld sldOrd">
      <pc:chgData name="Almeqdadi, Mohammad" userId="fe58b89e-5934-4b2c-a8d1-d2d0479db931" providerId="ADAL" clId="{F04943FD-37B3-46DE-808F-1355A6FF7706}" dt="2024-05-06T15:39:50.077" v="725" actId="20577"/>
      <pc:docMkLst>
        <pc:docMk/>
      </pc:docMkLst>
      <pc:sldChg chg="ord">
        <pc:chgData name="Almeqdadi, Mohammad" userId="fe58b89e-5934-4b2c-a8d1-d2d0479db931" providerId="ADAL" clId="{F04943FD-37B3-46DE-808F-1355A6FF7706}" dt="2024-05-06T15:37:57.790" v="677"/>
        <pc:sldMkLst>
          <pc:docMk/>
          <pc:sldMk cId="1941047284" sldId="257"/>
        </pc:sldMkLst>
      </pc:sldChg>
      <pc:sldChg chg="ord">
        <pc:chgData name="Almeqdadi, Mohammad" userId="fe58b89e-5934-4b2c-a8d1-d2d0479db931" providerId="ADAL" clId="{F04943FD-37B3-46DE-808F-1355A6FF7706}" dt="2024-05-06T14:38:38.181" v="1"/>
        <pc:sldMkLst>
          <pc:docMk/>
          <pc:sldMk cId="670203075" sldId="258"/>
        </pc:sldMkLst>
      </pc:sldChg>
      <pc:sldChg chg="ord">
        <pc:chgData name="Almeqdadi, Mohammad" userId="fe58b89e-5934-4b2c-a8d1-d2d0479db931" providerId="ADAL" clId="{F04943FD-37B3-46DE-808F-1355A6FF7706}" dt="2024-05-06T15:37:53.647" v="675"/>
        <pc:sldMkLst>
          <pc:docMk/>
          <pc:sldMk cId="712481836" sldId="264"/>
        </pc:sldMkLst>
      </pc:sldChg>
      <pc:sldChg chg="addSp delSp modSp new mod">
        <pc:chgData name="Almeqdadi, Mohammad" userId="fe58b89e-5934-4b2c-a8d1-d2d0479db931" providerId="ADAL" clId="{F04943FD-37B3-46DE-808F-1355A6FF7706}" dt="2024-05-06T14:38:58.239" v="11" actId="14100"/>
        <pc:sldMkLst>
          <pc:docMk/>
          <pc:sldMk cId="1295437691" sldId="265"/>
        </pc:sldMkLst>
        <pc:picChg chg="add del mod">
          <ac:chgData name="Almeqdadi, Mohammad" userId="fe58b89e-5934-4b2c-a8d1-d2d0479db931" providerId="ADAL" clId="{F04943FD-37B3-46DE-808F-1355A6FF7706}" dt="2024-05-06T14:38:55.571" v="10" actId="478"/>
          <ac:picMkLst>
            <pc:docMk/>
            <pc:sldMk cId="1295437691" sldId="265"/>
            <ac:picMk id="3" creationId="{46B33ACD-2F76-4EB2-A2CF-809DC9F529D7}"/>
          </ac:picMkLst>
        </pc:picChg>
        <pc:picChg chg="add mod">
          <ac:chgData name="Almeqdadi, Mohammad" userId="fe58b89e-5934-4b2c-a8d1-d2d0479db931" providerId="ADAL" clId="{F04943FD-37B3-46DE-808F-1355A6FF7706}" dt="2024-05-06T14:38:58.239" v="11" actId="14100"/>
          <ac:picMkLst>
            <pc:docMk/>
            <pc:sldMk cId="1295437691" sldId="265"/>
            <ac:picMk id="5" creationId="{7AB71867-B63A-40CA-BA3D-81B3E4B40FBA}"/>
          </ac:picMkLst>
        </pc:picChg>
      </pc:sldChg>
      <pc:sldChg chg="addSp delSp modSp new mod">
        <pc:chgData name="Almeqdadi, Mohammad" userId="fe58b89e-5934-4b2c-a8d1-d2d0479db931" providerId="ADAL" clId="{F04943FD-37B3-46DE-808F-1355A6FF7706}" dt="2024-05-06T15:39:50.077" v="725" actId="20577"/>
        <pc:sldMkLst>
          <pc:docMk/>
          <pc:sldMk cId="3268230834" sldId="266"/>
        </pc:sldMkLst>
        <pc:graphicFrameChg chg="add del">
          <ac:chgData name="Almeqdadi, Mohammad" userId="fe58b89e-5934-4b2c-a8d1-d2d0479db931" providerId="ADAL" clId="{F04943FD-37B3-46DE-808F-1355A6FF7706}" dt="2024-05-06T14:45:35.884" v="14" actId="3680"/>
          <ac:graphicFrameMkLst>
            <pc:docMk/>
            <pc:sldMk cId="3268230834" sldId="266"/>
            <ac:graphicFrameMk id="2" creationId="{7C4F9EAE-1DA6-49D3-968C-E3A1456761BE}"/>
          </ac:graphicFrameMkLst>
        </pc:graphicFrameChg>
        <pc:graphicFrameChg chg="add mod modGraphic">
          <ac:chgData name="Almeqdadi, Mohammad" userId="fe58b89e-5934-4b2c-a8d1-d2d0479db931" providerId="ADAL" clId="{F04943FD-37B3-46DE-808F-1355A6FF7706}" dt="2024-05-06T15:39:50.077" v="725" actId="20577"/>
          <ac:graphicFrameMkLst>
            <pc:docMk/>
            <pc:sldMk cId="3268230834" sldId="266"/>
            <ac:graphicFrameMk id="3" creationId="{7E03028C-5DEB-498E-90FF-9FE145E578D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A793B-317F-458B-BC97-C7755BB8D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0630F-5847-458B-964A-96964B45F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A624A-2C5C-40AC-A76D-C34F8FC86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E1327-618B-4F67-A10B-BEBD5E44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32795-473B-4E04-978D-961A3A7A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551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C2DEE-C9C8-47F1-8353-F271A1A65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F0913-CDCF-43E2-9894-DF0923106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A5877-3587-4BBB-ACEE-613B1AAE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1DED4-723F-4757-AC08-91C2E4CA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9275E-BFE9-493D-A1F7-E3554ADC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05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E9BD9-7294-434F-9D9D-E8FC47B1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0F891-E54B-48EF-BDFB-9BA4BABA3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C6ED0-5D2B-4681-B2D5-624823F44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EC4FA-B5AD-4DAD-AEEA-0B9722998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DD93E-49F2-49DA-858F-499F90D8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7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13CF5-91FB-4BC0-80A4-095207140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0173C-D7EA-4056-91A2-FE8EBA377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D0028-D048-49D5-8E1A-CB2DDA7A8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773CF-F6A7-41B2-A6BD-D5F3BDD9A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8CFD3-E61F-4430-AEBB-0D56CF70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E8128-1438-4C29-836C-A3F009B3E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5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EC8B-9D1B-4051-B739-FB4DDE95A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F6047-401E-4C16-BC46-0CFD5D318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B3493-04D1-4A3C-B725-8F9C8F4BA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C800A3-FF31-44A9-AD51-9A50DE1CDA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6B3C1E-6567-4AE9-84A4-829E769F91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0025E2-60CB-4641-BE78-808FC0B8E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3AC55A-DFB6-4A34-B6EB-A9B19B35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6FAC30-9721-4A92-A6D7-BCC03FFA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3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6DD5-4DE1-47B2-BCCB-5A2BEFCF0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748D3A-26E2-4CF1-B0D6-ADD9AB0E3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E10F4-9D15-4EDF-8F97-8FB688AD7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87056-98B0-4BC5-8BD7-BB3F1BC0D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2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0E4BA7-FBDF-4AA8-AB3C-BDAC12E8E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B064F1-AACB-4CAC-AF49-312856123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1FE65-1530-4504-8F2B-52C32CE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8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6A1A6-2E9A-4BC7-9B5C-6DDFDABFA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AE0B6-A7EC-4A1C-A04C-906990645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B2423-F9BA-4822-BF0B-4A3998D1D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04758-0146-445D-9535-9140E2894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303F8-8CCC-4B05-B674-C4ECCB96A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B56BF-4076-4547-8551-B0D45E985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0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7087A-A7BD-4212-8D06-C2AA9C59C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F5DC0-79E5-480E-8EF8-5A6D70405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7B9EE-BDB0-4D23-9963-2430DD938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EF40F-EE19-45CB-A22A-B7813C6D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9185C-9C46-44AD-910B-8F89ED32C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AFB67-7F87-4C82-B9B0-4B3C48A5E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43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8A13D-F7E2-4608-87D8-5A8DA7AF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0B510-8AF9-4B89-A21B-7E7C05B97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E053C-50D6-447C-A0BA-5C5979319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CE01C-2F27-435C-81B6-39C977AFD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D67E2-CEF2-4F9A-883F-5F16D4B20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38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24EFC-E990-4234-9328-2D0FA3218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B32698-6DD4-499D-ABCE-81CAA4470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8D8AE-28E0-4ABB-8D53-48D78C6C5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36D05-D311-4A70-8809-7A2699D7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E400F-64C0-4D39-A5FA-4F6540895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82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CBA447-FE21-4DD5-9077-51459805B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3A986-5D66-49C9-9563-D93A85531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B20A4-5104-486A-8F91-57294A1B5C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81D90-D064-4593-9F9C-DFE87D98080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28914-7F23-4D13-983C-5D500C5279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83521-1565-4840-94E5-8E1169D12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7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80E8F-5D25-4B8E-80FC-A11ACAAFB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Liver Anatomy and Portal Hypertension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6F16E7F-9C53-477B-994D-E1DD577971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60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the internal organs&#10;&#10;Description automatically generated">
            <a:extLst>
              <a:ext uri="{FF2B5EF4-FFF2-40B4-BE49-F238E27FC236}">
                <a16:creationId xmlns:a16="http://schemas.microsoft.com/office/drawing/2014/main" id="{42834709-0FC1-4774-8D57-17256A838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96" y="844852"/>
            <a:ext cx="10967208" cy="516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58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the liver and its organs&#10;&#10;Description automatically generated">
            <a:extLst>
              <a:ext uri="{FF2B5EF4-FFF2-40B4-BE49-F238E27FC236}">
                <a16:creationId xmlns:a16="http://schemas.microsoft.com/office/drawing/2014/main" id="{13F14B74-7766-417D-B502-2C55FB006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857" y="0"/>
            <a:ext cx="8164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045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the internal organs&#10;&#10;Description automatically generated">
            <a:extLst>
              <a:ext uri="{FF2B5EF4-FFF2-40B4-BE49-F238E27FC236}">
                <a16:creationId xmlns:a16="http://schemas.microsoft.com/office/drawing/2014/main" id="{728D343D-92AF-4422-9235-B82CC0120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432" y="490196"/>
            <a:ext cx="5229136" cy="587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458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the human body&#10;&#10;Description automatically generated">
            <a:extLst>
              <a:ext uri="{FF2B5EF4-FFF2-40B4-BE49-F238E27FC236}">
                <a16:creationId xmlns:a16="http://schemas.microsoft.com/office/drawing/2014/main" id="{05A8BA64-5EA7-4F13-9FF3-55076D3D3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6" y="202676"/>
            <a:ext cx="12131888" cy="645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047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human body&#10;&#10;Description automatically generated">
            <a:extLst>
              <a:ext uri="{FF2B5EF4-FFF2-40B4-BE49-F238E27FC236}">
                <a16:creationId xmlns:a16="http://schemas.microsoft.com/office/drawing/2014/main" id="{BDBF9378-BFAC-477D-A581-E92CFD62A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486" y="0"/>
            <a:ext cx="60690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03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human organs&#10;&#10;Description automatically generated">
            <a:extLst>
              <a:ext uri="{FF2B5EF4-FFF2-40B4-BE49-F238E27FC236}">
                <a16:creationId xmlns:a16="http://schemas.microsoft.com/office/drawing/2014/main" id="{18BD028A-A6E4-42C2-BBAF-29E6840FA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552" y="211822"/>
            <a:ext cx="4628895" cy="643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81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the internal organs&#10;&#10;Description automatically generated">
            <a:extLst>
              <a:ext uri="{FF2B5EF4-FFF2-40B4-BE49-F238E27FC236}">
                <a16:creationId xmlns:a16="http://schemas.microsoft.com/office/drawing/2014/main" id="{8CAEC369-BBF3-4EBD-BEDA-30328590F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621" y="221530"/>
            <a:ext cx="3796758" cy="641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86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the liver&#10;&#10;Description automatically generated">
            <a:extLst>
              <a:ext uri="{FF2B5EF4-FFF2-40B4-BE49-F238E27FC236}">
                <a16:creationId xmlns:a16="http://schemas.microsoft.com/office/drawing/2014/main" id="{6E909D00-587A-4126-ACD7-DDED542A4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87" y="225772"/>
            <a:ext cx="10677426" cy="640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27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blood vessels&#10;&#10;Description automatically generated">
            <a:extLst>
              <a:ext uri="{FF2B5EF4-FFF2-40B4-BE49-F238E27FC236}">
                <a16:creationId xmlns:a16="http://schemas.microsoft.com/office/drawing/2014/main" id="{7AB71867-B63A-40CA-BA3D-81B3E4B40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764" y="238449"/>
            <a:ext cx="5430472" cy="638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37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7E03028C-5DEB-498E-90FF-9FE145E57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173748"/>
              </p:ext>
            </p:extLst>
          </p:nvPr>
        </p:nvGraphicFramePr>
        <p:xfrm>
          <a:off x="1739316" y="972820"/>
          <a:ext cx="8665636" cy="5125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17980">
                  <a:extLst>
                    <a:ext uri="{9D8B030D-6E8A-4147-A177-3AD203B41FA5}">
                      <a16:colId xmlns:a16="http://schemas.microsoft.com/office/drawing/2014/main" val="2557902797"/>
                    </a:ext>
                  </a:extLst>
                </a:gridCol>
                <a:gridCol w="2109416">
                  <a:extLst>
                    <a:ext uri="{9D8B030D-6E8A-4147-A177-3AD203B41FA5}">
                      <a16:colId xmlns:a16="http://schemas.microsoft.com/office/drawing/2014/main" val="1807599295"/>
                    </a:ext>
                  </a:extLst>
                </a:gridCol>
                <a:gridCol w="1091925">
                  <a:extLst>
                    <a:ext uri="{9D8B030D-6E8A-4147-A177-3AD203B41FA5}">
                      <a16:colId xmlns:a16="http://schemas.microsoft.com/office/drawing/2014/main" val="3509948409"/>
                    </a:ext>
                  </a:extLst>
                </a:gridCol>
                <a:gridCol w="1297211">
                  <a:extLst>
                    <a:ext uri="{9D8B030D-6E8A-4147-A177-3AD203B41FA5}">
                      <a16:colId xmlns:a16="http://schemas.microsoft.com/office/drawing/2014/main" val="1057470412"/>
                    </a:ext>
                  </a:extLst>
                </a:gridCol>
                <a:gridCol w="921409">
                  <a:extLst>
                    <a:ext uri="{9D8B030D-6E8A-4147-A177-3AD203B41FA5}">
                      <a16:colId xmlns:a16="http://schemas.microsoft.com/office/drawing/2014/main" val="1484948949"/>
                    </a:ext>
                  </a:extLst>
                </a:gridCol>
                <a:gridCol w="921409">
                  <a:extLst>
                    <a:ext uri="{9D8B030D-6E8A-4147-A177-3AD203B41FA5}">
                      <a16:colId xmlns:a16="http://schemas.microsoft.com/office/drawing/2014/main" val="3963007913"/>
                    </a:ext>
                  </a:extLst>
                </a:gridCol>
                <a:gridCol w="706286">
                  <a:extLst>
                    <a:ext uri="{9D8B030D-6E8A-4147-A177-3AD203B41FA5}">
                      <a16:colId xmlns:a16="http://schemas.microsoft.com/office/drawing/2014/main" val="284461577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Etiology</a:t>
                      </a:r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IR/EUS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475868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Etiology</a:t>
                      </a: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FHVP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HVPG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5965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Pre-hepatic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42366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Intra-hepatic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Pre-sinusoidal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9660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Intra-sinusoidal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16936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Post-sinusoidal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92604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Post-hepatic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Budd-Chiari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Cannot cannulate HV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7532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2933529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l"/>
                      <a:r>
                        <a:rPr lang="en-US" sz="14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FHVP: Free hepatic vein pressure = </a:t>
                      </a:r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 pressure</a:t>
                      </a:r>
                    </a:p>
                    <a:p>
                      <a:pPr algn="l"/>
                      <a:r>
                        <a:rPr lang="en-US" sz="14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WHVP: Wedged hepatic vein pressures</a:t>
                      </a:r>
                    </a:p>
                    <a:p>
                      <a:pPr algn="l"/>
                      <a:r>
                        <a:rPr lang="en-US" sz="14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HVPG: Hepatic venous pressure gradient = </a:t>
                      </a:r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resistance of blood flow through the liver (</a:t>
                      </a:r>
                      <a:r>
                        <a:rPr lang="en-US" sz="14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intrahepatically</a:t>
                      </a:r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HVPG = WHVP - FHVP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lang="en-US" sz="14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PVP: Portal vein pressure = </a:t>
                      </a:r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definition of portal hypertension</a:t>
                      </a:r>
                    </a:p>
                    <a:p>
                      <a:pPr algn="l"/>
                      <a:r>
                        <a:rPr lang="en-US" sz="14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PPG: Portal pressure gradient</a:t>
                      </a:r>
                    </a:p>
                    <a:p>
                      <a:pPr algn="ctr"/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PPG = PVP - FHVP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l"/>
                      <a:endParaRPr lang="en-US" sz="1400" b="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29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230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117</Words>
  <Application>Microsoft Macintosh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Liver Anatomy and Portal Hypertension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Liver Anatomy and Portal Hypertension</dc:title>
  <dc:creator>Almeqdadi, Mohammad</dc:creator>
  <cp:lastModifiedBy>Almeqdadi, Mohammad</cp:lastModifiedBy>
  <cp:revision>4</cp:revision>
  <dcterms:created xsi:type="dcterms:W3CDTF">2024-05-06T13:56:30Z</dcterms:created>
  <dcterms:modified xsi:type="dcterms:W3CDTF">2024-07-30T15:45:39Z</dcterms:modified>
</cp:coreProperties>
</file>