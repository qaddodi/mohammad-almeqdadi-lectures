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6e03cf-7d02-23fe-848e-c28df8dca218}">
          <p14:sldIdLst>
            <p14:sldId id="256"/>
            <p14:sldId id="257"/>
          </p14:sldIdLst>
        </p14:section>
        <p14:section name="History" id="{76b06654-d4eb-7690-559f-06c161ca1a05}">
          <p14:sldIdLst>
            <p14:sldId id="258"/>
            <p14:sldId id="259"/>
          </p14:sldIdLst>
        </p14:section>
        <p14:section name="Testing" id="{d9c7ba13-b8ff-d6b1-0179-c8fbc5af2a2a}">
          <p14:sldIdLst>
            <p14:sldId id="260"/>
            <p14:sldId id="261"/>
            <p14:sldId id="262"/>
            <p14:sldId id="263"/>
          </p14:sldIdLst>
        </p14:section>
        <p14:section name="Serology" id="{4e88df3e-a3a6-4dc4-8fb8-36da8ba591f1}">
          <p14:sldIdLst>
            <p14:sldId id="264"/>
            <p14:sldId id="265"/>
            <p14:sldId id="266"/>
            <p14:sldId id="267"/>
          </p14:sldIdLst>
        </p14:section>
        <p14:section name="Phases" id="{bd2298c8-55b8-5c64-6dbf-8569fc8bae83}">
          <p14:sldIdLst>
            <p14:sldId id="268"/>
            <p14:sldId id="269"/>
            <p14:sldId id="270"/>
            <p14:sldId id="271"/>
            <p14:sldId id="272"/>
            <p14:sldId id="273"/>
            <p14:sldId id="274"/>
            <p14:sldId id="275"/>
          </p14:sldIdLst>
        </p14:section>
        <p14:section name="Who to treat" id="{4e21712c-eab6-a8a1-c22f-f3b2b13d2778}">
          <p14:sldIdLst>
            <p14:sldId id="276"/>
            <p14:sldId id="277"/>
            <p14:sldId id="278"/>
            <p14:sldId id="279"/>
            <p14:sldId id="280"/>
            <p14:sldId id="281"/>
            <p14:sldId id="282"/>
            <p14:sldId id="283"/>
            <p14:sldId id="284"/>
            <p14:sldId id="285"/>
          </p14:sldIdLst>
        </p14:section>
        <p14:section name="Drugs" id="{63e5ae8c-37c2-ee18-b959-805a1794ecc9}">
          <p14:sldIdLst>
            <p14:sldId id="286"/>
            <p14:sldId id="287"/>
            <p14:sldId id="288"/>
            <p14:sldId id="289"/>
          </p14:sldIdLst>
        </p14:section>
        <p14:section name="HCC risk" id="{71709f99-72b1-4a04-9530-bcc8a6a4960d}">
          <p14:sldIdLst>
            <p14:sldId id="290"/>
            <p14:sldId id="291"/>
            <p14:sldId id="292"/>
            <p14:sldId id="293"/>
            <p14:sldId id="294"/>
          </p14:sldIdLst>
        </p14:section>
        <p14:section name="Special situations" id="{09198a67-df3f-b2c7-5a6b-b540e8f9d271}">
          <p14:sldIdLst>
            <p14:sldId id="295"/>
            <p14:sldId id="296"/>
            <p14:sldId id="297"/>
            <p14:sldId id="298"/>
            <p14:sldId id="299"/>
            <p14:sldId id="300"/>
            <p14:sldId id="301"/>
          </p14:sldIdLst>
        </p14:section>
        <p14:section name="Stopping and what is new" id="{e6a4a40d-a094-aa68-3871-62677b9f8ff2}">
          <p14:sldIdLst>
            <p14:sldId id="302"/>
            <p14:sldId id="303"/>
            <p14:sldId id="304"/>
          </p14:sldIdLst>
        </p14:section>
        <p14:section name="Close" id="{2978d4b8-22dd-ddc8-4406-7daae2f3838e}">
          <p14:sldIdLst>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6" name="Body"/>
          <p:cNvSpPr txBox="1"/>
          <p:nvPr/>
        </p:nvSpPr>
        <p:spPr>
          <a:xfrm>
            <a:off x="1097280" y="3566160"/>
            <a:ext cx="7498080" cy="21945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30/30</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2026-10-28T14:17:57Z</dcterms:created>
  <dcterms:modified xsi:type="dcterms:W3CDTF">2026-10-28T14:17:57Z</dcterms:modified>
</cp:coreProperties>
</file>