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bf0fef-f1c1-8ac1-2ad8-aeb0c2df8ed0}">
          <p14:sldIdLst>
            <p14:sldId id="256"/>
            <p14:sldId id="257"/>
          </p14:sldIdLst>
        </p14:section>
        <p14:section name="History" id="{b5c573c1-baa4-e838-d62d-893641663b04}">
          <p14:sldIdLst>
            <p14:sldId id="258"/>
            <p14:sldId id="259"/>
          </p14:sldIdLst>
        </p14:section>
        <p14:section name="Testing" id="{f15b378a-6b53-2cb4-3b67-66ce15da0e90}">
          <p14:sldIdLst>
            <p14:sldId id="260"/>
            <p14:sldId id="261"/>
            <p14:sldId id="262"/>
            <p14:sldId id="263"/>
          </p14:sldIdLst>
        </p14:section>
        <p14:section name="Serology" id="{8a072820-3f03-2857-1953-e276bcd844fc}">
          <p14:sldIdLst>
            <p14:sldId id="264"/>
            <p14:sldId id="265"/>
            <p14:sldId id="266"/>
            <p14:sldId id="267"/>
          </p14:sldIdLst>
        </p14:section>
        <p14:section name="Phases" id="{cc56c49d-f8ec-407f-bb63-ed1e5b92c021}">
          <p14:sldIdLst>
            <p14:sldId id="268"/>
            <p14:sldId id="269"/>
            <p14:sldId id="270"/>
            <p14:sldId id="271"/>
            <p14:sldId id="272"/>
            <p14:sldId id="273"/>
            <p14:sldId id="274"/>
            <p14:sldId id="275"/>
          </p14:sldIdLst>
        </p14:section>
        <p14:section name="Who to treat" id="{2ff12399-ab27-4f5f-4135-7f7561ff2761}">
          <p14:sldIdLst>
            <p14:sldId id="276"/>
            <p14:sldId id="277"/>
            <p14:sldId id="278"/>
            <p14:sldId id="279"/>
            <p14:sldId id="280"/>
            <p14:sldId id="281"/>
            <p14:sldId id="282"/>
            <p14:sldId id="283"/>
            <p14:sldId id="284"/>
            <p14:sldId id="285"/>
          </p14:sldIdLst>
        </p14:section>
        <p14:section name="Drugs" id="{65a657d1-9876-c6e1-70d1-b55c50fb6822}">
          <p14:sldIdLst>
            <p14:sldId id="286"/>
            <p14:sldId id="287"/>
            <p14:sldId id="288"/>
            <p14:sldId id="289"/>
          </p14:sldIdLst>
        </p14:section>
        <p14:section name="HCC risk" id="{59e838b1-a028-e981-e22b-37e56b696dac}">
          <p14:sldIdLst>
            <p14:sldId id="290"/>
            <p14:sldId id="291"/>
            <p14:sldId id="292"/>
            <p14:sldId id="293"/>
            <p14:sldId id="294"/>
          </p14:sldIdLst>
        </p14:section>
        <p14:section name="Special situations" id="{44b9e9a2-3b8b-51d0-a617-d2e1ea6f9de1}">
          <p14:sldIdLst>
            <p14:sldId id="295"/>
            <p14:sldId id="296"/>
            <p14:sldId id="297"/>
            <p14:sldId id="298"/>
            <p14:sldId id="299"/>
            <p14:sldId id="300"/>
            <p14:sldId id="301"/>
          </p14:sldIdLst>
        </p14:section>
        <p14:section name="Stopping and what is new" id="{80ab5c8a-586b-4942-b5b2-ffc2beb2411b}">
          <p14:sldIdLst>
            <p14:sldId id="302"/>
            <p14:sldId id="303"/>
            <p14:sldId id="304"/>
          </p14:sldIdLst>
        </p14:section>
        <p14:section name="Close" id="{82f927cc-0031-ea32-e3ab-8b3825ca94f7}">
          <p14:sldIdLst>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19/30</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20/30</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21/30</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22/30</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24/30</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25/30</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26/30</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27/30</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28/30</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30/30</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2026-10-28T14:28:07Z</dcterms:created>
  <dcterms:modified xsi:type="dcterms:W3CDTF">2026-10-28T14:28:07Z</dcterms:modified>
</cp:coreProperties>
</file>