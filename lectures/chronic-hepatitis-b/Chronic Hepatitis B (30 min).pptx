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c72bbb-c5c5-9589-1be8-c10f3e8173d6}">
          <p14:sldIdLst>
            <p14:sldId id="256"/>
            <p14:sldId id="257"/>
          </p14:sldIdLst>
        </p14:section>
        <p14:section name="History" id="{d5cf2774-5151-4f68-b6da-ca6e4b082ade}">
          <p14:sldIdLst>
            <p14:sldId id="258"/>
            <p14:sldId id="259"/>
          </p14:sldIdLst>
        </p14:section>
        <p14:section name="Testing" id="{78cc9eb2-f8bd-54a7-7236-137359f29e8d}">
          <p14:sldIdLst>
            <p14:sldId id="260"/>
            <p14:sldId id="261"/>
            <p14:sldId id="262"/>
            <p14:sldId id="263"/>
          </p14:sldIdLst>
        </p14:section>
        <p14:section name="Serology" id="{8969e183-63e3-2a96-4890-ae4f3263432f}">
          <p14:sldIdLst>
            <p14:sldId id="264"/>
            <p14:sldId id="265"/>
            <p14:sldId id="266"/>
            <p14:sldId id="267"/>
          </p14:sldIdLst>
        </p14:section>
        <p14:section name="Phases" id="{188302a8-e8fd-3ca0-c4d3-c9bf6630e7eb}">
          <p14:sldIdLst>
            <p14:sldId id="268"/>
            <p14:sldId id="269"/>
            <p14:sldId id="270"/>
            <p14:sldId id="271"/>
            <p14:sldId id="272"/>
            <p14:sldId id="273"/>
            <p14:sldId id="274"/>
            <p14:sldId id="275"/>
          </p14:sldIdLst>
        </p14:section>
        <p14:section name="Who to treat" id="{dd12e13a-e1c5-3c54-7bf4-d7dc1bf8ac0d}">
          <p14:sldIdLst>
            <p14:sldId id="276"/>
            <p14:sldId id="277"/>
            <p14:sldId id="278"/>
            <p14:sldId id="279"/>
            <p14:sldId id="280"/>
            <p14:sldId id="281"/>
            <p14:sldId id="282"/>
            <p14:sldId id="283"/>
            <p14:sldId id="284"/>
            <p14:sldId id="285"/>
          </p14:sldIdLst>
        </p14:section>
        <p14:section name="Drugs" id="{f4bc977e-ed0a-5ac7-0d21-e458e8adba34}">
          <p14:sldIdLst>
            <p14:sldId id="286"/>
            <p14:sldId id="287"/>
            <p14:sldId id="288"/>
            <p14:sldId id="289"/>
          </p14:sldIdLst>
        </p14:section>
        <p14:section name="HCC risk" id="{bad60664-4b7f-ee4f-0476-e1107e5ddae9}">
          <p14:sldIdLst>
            <p14:sldId id="290"/>
            <p14:sldId id="291"/>
            <p14:sldId id="292"/>
            <p14:sldId id="293"/>
            <p14:sldId id="294"/>
          </p14:sldIdLst>
        </p14:section>
        <p14:section name="Special situations" id="{ec99bbc5-ff51-e688-aa80-dc4d723e48c2}">
          <p14:sldIdLst>
            <p14:sldId id="295"/>
            <p14:sldId id="296"/>
            <p14:sldId id="297"/>
            <p14:sldId id="298"/>
            <p14:sldId id="299"/>
            <p14:sldId id="300"/>
            <p14:sldId id="301"/>
          </p14:sldIdLst>
        </p14:section>
        <p14:section name="Stopping and what is new" id="{639c0365-3f83-796b-78a5-fcc636b4b222}">
          <p14:sldIdLst>
            <p14:sldId id="302"/>
            <p14:sldId id="303"/>
            <p14:sldId id="304"/>
          </p14:sldIdLst>
        </p14:section>
        <p14:section name="Close" id="{6b00ce45-4755-fd55-bab4-0991b0e7266c}">
          <p14:sldIdLst>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30/30</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2026-10-28T14:19:54Z</dcterms:created>
  <dcterms:modified xsi:type="dcterms:W3CDTF">2026-10-28T14:19:54Z</dcterms:modified>
</cp:coreProperties>
</file>