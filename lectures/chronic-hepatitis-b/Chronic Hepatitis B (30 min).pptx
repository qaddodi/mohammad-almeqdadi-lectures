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a26ca5-b85c-619f-8395-fee2bbbe2619}">
          <p14:sldIdLst>
            <p14:sldId id="256"/>
            <p14:sldId id="257"/>
          </p14:sldIdLst>
        </p14:section>
        <p14:section name="History" id="{0a98e783-4745-8602-a874-293f77d5685c}">
          <p14:sldIdLst>
            <p14:sldId id="258"/>
            <p14:sldId id="259"/>
          </p14:sldIdLst>
        </p14:section>
        <p14:section name="Testing" id="{935e73c7-d84a-7f6f-7cbf-552d4007e819}">
          <p14:sldIdLst>
            <p14:sldId id="260"/>
            <p14:sldId id="261"/>
            <p14:sldId id="262"/>
            <p14:sldId id="263"/>
          </p14:sldIdLst>
        </p14:section>
        <p14:section name="Serology" id="{0a26fa95-8f18-e6d6-3283-b2fee232e26c}">
          <p14:sldIdLst>
            <p14:sldId id="264"/>
            <p14:sldId id="265"/>
            <p14:sldId id="266"/>
            <p14:sldId id="267"/>
          </p14:sldIdLst>
        </p14:section>
        <p14:section name="Phases" id="{63feb48e-be17-60f1-c489-d02c62bbed4a}">
          <p14:sldIdLst>
            <p14:sldId id="268"/>
            <p14:sldId id="269"/>
            <p14:sldId id="270"/>
            <p14:sldId id="271"/>
            <p14:sldId id="272"/>
            <p14:sldId id="273"/>
            <p14:sldId id="274"/>
            <p14:sldId id="275"/>
          </p14:sldIdLst>
        </p14:section>
        <p14:section name="Who to treat" id="{aed82717-d652-c026-4f0d-25d803b92c2b}">
          <p14:sldIdLst>
            <p14:sldId id="276"/>
            <p14:sldId id="277"/>
            <p14:sldId id="278"/>
            <p14:sldId id="279"/>
            <p14:sldId id="280"/>
            <p14:sldId id="281"/>
            <p14:sldId id="282"/>
            <p14:sldId id="283"/>
            <p14:sldId id="284"/>
            <p14:sldId id="285"/>
          </p14:sldIdLst>
        </p14:section>
        <p14:section name="Drugs" id="{ad35f150-4c2f-ea89-7955-7e0a5ba3b00b}">
          <p14:sldIdLst>
            <p14:sldId id="286"/>
            <p14:sldId id="287"/>
            <p14:sldId id="288"/>
            <p14:sldId id="289"/>
          </p14:sldIdLst>
        </p14:section>
        <p14:section name="HCC risk" id="{9099758d-cd91-e49b-4b3d-08a2b07d754f}">
          <p14:sldIdLst>
            <p14:sldId id="290"/>
            <p14:sldId id="291"/>
            <p14:sldId id="292"/>
            <p14:sldId id="293"/>
            <p14:sldId id="294"/>
          </p14:sldIdLst>
        </p14:section>
        <p14:section name="Special situations" id="{ae8eebf0-a074-679e-1788-9da4b7e70c51}">
          <p14:sldIdLst>
            <p14:sldId id="295"/>
            <p14:sldId id="296"/>
            <p14:sldId id="297"/>
            <p14:sldId id="298"/>
            <p14:sldId id="299"/>
            <p14:sldId id="300"/>
            <p14:sldId id="301"/>
          </p14:sldIdLst>
        </p14:section>
        <p14:section name="Stopping and what is new" id="{6b39854c-f0ac-8f58-4562-43979ad9b0df}">
          <p14:sldIdLst>
            <p14:sldId id="302"/>
            <p14:sldId id="303"/>
            <p14:sldId id="304"/>
          </p14:sldIdLst>
        </p14:section>
        <p14:section name="Close" id="{8cc13789-8823-5ac1-e929-ec3418250074}">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pic>
        <p:nvPicPr>
          <p:cNvPr id="5" name="Image 0" descr="Watercolor of a seated pregnant woman in profile">    </p:cNvPr>
          <p:cNvPicPr>
            <a:picLocks noChangeAspect="1"/>
          </p:cNvPicPr>
          <p:nvPr/>
        </p:nvPicPr>
        <p:blipFill>
          <a:blip r:embed="rId1"/>
          <a:stretch>
            <a:fillRect/>
          </a:stretch>
        </p:blipFill>
        <p:spPr>
          <a:xfrm>
            <a:off x="8778240" y="3383280"/>
            <a:ext cx="2926080" cy="2926080"/>
          </a:xfrm>
          <a:prstGeom prst="rect">
            <a:avLst/>
          </a:prstGeom>
        </p:spPr>
      </p:pic>
      <p:sp>
        <p:nvSpPr>
          <p:cNvPr id="6" name="Body"/>
          <p:cNvSpPr txBox="1"/>
          <p:nvPr/>
        </p:nvSpPr>
        <p:spPr>
          <a:xfrm>
            <a:off x="1097280" y="3566160"/>
            <a:ext cx="7498080" cy="21945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2026-10-28T14:06:48Z</dcterms:created>
  <dcterms:modified xsi:type="dcterms:W3CDTF">2026-10-28T14:06:48Z</dcterms:modified>
</cp:coreProperties>
</file>