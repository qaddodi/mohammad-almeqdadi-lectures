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9" r:id="rId4"/>
    <p:sldId id="260" r:id="rId5"/>
    <p:sldId id="261" r:id="rId6"/>
    <p:sldId id="258" r:id="rId7"/>
    <p:sldId id="262" r:id="rId8"/>
    <p:sldId id="263" r:id="rId9"/>
    <p:sldId id="267" r:id="rId10"/>
    <p:sldId id="265" r:id="rId11"/>
    <p:sldId id="273" r:id="rId12"/>
    <p:sldId id="266" r:id="rId13"/>
    <p:sldId id="341" r:id="rId14"/>
    <p:sldId id="268" r:id="rId15"/>
    <p:sldId id="270" r:id="rId16"/>
    <p:sldId id="272" r:id="rId17"/>
    <p:sldId id="269" r:id="rId18"/>
    <p:sldId id="274" r:id="rId19"/>
    <p:sldId id="276" r:id="rId20"/>
    <p:sldId id="275" r:id="rId21"/>
    <p:sldId id="277" r:id="rId22"/>
    <p:sldId id="293" r:id="rId23"/>
    <p:sldId id="284" r:id="rId24"/>
    <p:sldId id="289" r:id="rId25"/>
    <p:sldId id="286" r:id="rId26"/>
    <p:sldId id="290" r:id="rId27"/>
    <p:sldId id="287" r:id="rId28"/>
    <p:sldId id="291" r:id="rId29"/>
    <p:sldId id="288" r:id="rId30"/>
    <p:sldId id="292" r:id="rId31"/>
    <p:sldId id="285" r:id="rId32"/>
    <p:sldId id="278" r:id="rId33"/>
    <p:sldId id="279" r:id="rId34"/>
    <p:sldId id="280" r:id="rId35"/>
    <p:sldId id="282" r:id="rId36"/>
    <p:sldId id="324" r:id="rId37"/>
    <p:sldId id="283" r:id="rId38"/>
    <p:sldId id="297" r:id="rId39"/>
    <p:sldId id="299" r:id="rId40"/>
    <p:sldId id="302" r:id="rId41"/>
    <p:sldId id="303" r:id="rId42"/>
    <p:sldId id="296" r:id="rId43"/>
    <p:sldId id="300" r:id="rId44"/>
    <p:sldId id="295" r:id="rId45"/>
    <p:sldId id="301" r:id="rId46"/>
    <p:sldId id="298" r:id="rId47"/>
    <p:sldId id="294" r:id="rId48"/>
    <p:sldId id="306" r:id="rId49"/>
    <p:sldId id="307" r:id="rId50"/>
    <p:sldId id="304" r:id="rId51"/>
    <p:sldId id="305" r:id="rId52"/>
    <p:sldId id="309" r:id="rId53"/>
    <p:sldId id="310" r:id="rId54"/>
    <p:sldId id="312" r:id="rId55"/>
    <p:sldId id="313" r:id="rId56"/>
    <p:sldId id="308" r:id="rId57"/>
    <p:sldId id="315" r:id="rId58"/>
    <p:sldId id="314" r:id="rId59"/>
    <p:sldId id="317" r:id="rId60"/>
    <p:sldId id="318" r:id="rId61"/>
    <p:sldId id="319" r:id="rId62"/>
    <p:sldId id="320" r:id="rId63"/>
    <p:sldId id="322" r:id="rId64"/>
    <p:sldId id="323" r:id="rId65"/>
    <p:sldId id="342" r:id="rId66"/>
    <p:sldId id="350" r:id="rId67"/>
    <p:sldId id="351" r:id="rId68"/>
    <p:sldId id="353" r:id="rId69"/>
    <p:sldId id="352" r:id="rId70"/>
    <p:sldId id="325" r:id="rId71"/>
    <p:sldId id="326" r:id="rId72"/>
    <p:sldId id="343" r:id="rId73"/>
    <p:sldId id="344" r:id="rId74"/>
    <p:sldId id="348" r:id="rId75"/>
    <p:sldId id="345" r:id="rId76"/>
    <p:sldId id="346" r:id="rId77"/>
    <p:sldId id="349" r:id="rId78"/>
    <p:sldId id="347" r:id="rId79"/>
    <p:sldId id="327" r:id="rId80"/>
    <p:sldId id="328" r:id="rId81"/>
    <p:sldId id="330" r:id="rId82"/>
    <p:sldId id="331" r:id="rId83"/>
    <p:sldId id="333" r:id="rId84"/>
    <p:sldId id="332" r:id="rId85"/>
    <p:sldId id="335" r:id="rId86"/>
    <p:sldId id="360" r:id="rId87"/>
    <p:sldId id="361" r:id="rId88"/>
    <p:sldId id="334" r:id="rId89"/>
    <p:sldId id="362" r:id="rId90"/>
    <p:sldId id="356" r:id="rId91"/>
    <p:sldId id="359" r:id="rId92"/>
    <p:sldId id="355" r:id="rId93"/>
    <p:sldId id="358" r:id="rId94"/>
    <p:sldId id="339" r:id="rId95"/>
  </p:sldIdLst>
  <p:sldSz cx="12192000" cy="6858000"/>
  <p:notesSz cx="6858000" cy="9144000"/>
  <p:embeddedFontLst>
    <p:embeddedFont>
      <p:font typeface="Calibri" panose="020F0502020204030204" pitchFamily="34" charset="0"/>
      <p:regular r:id="rId96"/>
      <p:bold r:id="rId97"/>
      <p:italic r:id="rId98"/>
      <p:boldItalic r:id="rId99"/>
    </p:embeddedFont>
    <p:embeddedFont>
      <p:font typeface="Quadraat" panose="02000503060000090004" pitchFamily="2" charset="0"/>
      <p:italic r:id="rId10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4" autoAdjust="0"/>
    <p:restoredTop sz="94660"/>
  </p:normalViewPr>
  <p:slideViewPr>
    <p:cSldViewPr snapToGrid="0">
      <p:cViewPr varScale="1">
        <p:scale>
          <a:sx n="86" d="100"/>
          <a:sy n="86" d="100"/>
        </p:scale>
        <p:origin x="240" y="1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4.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2.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3.fntdata"/><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939B0A-D162-4E9C-8DB4-27D14D42A036}"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A9C9ECE-4E7E-484D-AAEE-B544CBBE5267}">
      <dgm:prSet phldrT="[Text]" custT="1"/>
      <dgm:spPr>
        <a:ln>
          <a:noFill/>
        </a:ln>
      </dgm:spPr>
      <dgm:t>
        <a:bodyPr/>
        <a:lstStyle/>
        <a:p>
          <a:r>
            <a:rPr lang="en-US" sz="4400" b="1" dirty="0">
              <a:latin typeface="Quadraat" panose="02000503060000090004" pitchFamily="2" charset="0"/>
            </a:rPr>
            <a:t>Colitis</a:t>
          </a:r>
        </a:p>
      </dgm:t>
    </dgm:pt>
    <dgm:pt modelId="{C18400C1-4549-48EF-9A17-2E2443B48BE1}" type="parTrans" cxnId="{32A70C54-76D6-40E6-906F-FE5BB0F9D098}">
      <dgm:prSet/>
      <dgm:spPr/>
      <dgm:t>
        <a:bodyPr/>
        <a:lstStyle/>
        <a:p>
          <a:endParaRPr lang="en-US">
            <a:latin typeface="Quadraat" panose="02000503060000090004" pitchFamily="2" charset="0"/>
          </a:endParaRPr>
        </a:p>
      </dgm:t>
    </dgm:pt>
    <dgm:pt modelId="{DFA0D251-F931-4272-AC98-88B1CFC3C6F7}" type="sibTrans" cxnId="{32A70C54-76D6-40E6-906F-FE5BB0F9D098}">
      <dgm:prSet/>
      <dgm:spPr/>
      <dgm:t>
        <a:bodyPr/>
        <a:lstStyle/>
        <a:p>
          <a:endParaRPr lang="en-US">
            <a:latin typeface="Quadraat" panose="02000503060000090004" pitchFamily="2" charset="0"/>
          </a:endParaRPr>
        </a:p>
      </dgm:t>
    </dgm:pt>
    <dgm:pt modelId="{7250FF49-7041-4C04-A8A2-47EAA3CF68E3}">
      <dgm:prSet phldrT="[Text]" custT="1"/>
      <dgm:spPr>
        <a:ln>
          <a:noFill/>
        </a:ln>
      </dgm:spPr>
      <dgm:t>
        <a:bodyPr/>
        <a:lstStyle/>
        <a:p>
          <a:r>
            <a:rPr lang="en-US" sz="2000" b="1" dirty="0">
              <a:latin typeface="Quadraat" panose="02000503060000090004" pitchFamily="2" charset="0"/>
            </a:rPr>
            <a:t>Infectious</a:t>
          </a:r>
        </a:p>
      </dgm:t>
    </dgm:pt>
    <dgm:pt modelId="{F570724D-E427-4DCA-8676-D6381F735015}" type="parTrans" cxnId="{92956DEC-E47A-4B95-B168-141DEF0D0CED}">
      <dgm:prSet/>
      <dgm:spPr/>
      <dgm:t>
        <a:bodyPr/>
        <a:lstStyle/>
        <a:p>
          <a:endParaRPr lang="en-US">
            <a:latin typeface="Quadraat" panose="02000503060000090004" pitchFamily="2" charset="0"/>
          </a:endParaRPr>
        </a:p>
      </dgm:t>
    </dgm:pt>
    <dgm:pt modelId="{5EA3FD9D-A666-4E31-83A8-8474352E257E}" type="sibTrans" cxnId="{92956DEC-E47A-4B95-B168-141DEF0D0CED}">
      <dgm:prSet/>
      <dgm:spPr/>
      <dgm:t>
        <a:bodyPr/>
        <a:lstStyle/>
        <a:p>
          <a:endParaRPr lang="en-US">
            <a:latin typeface="Quadraat" panose="02000503060000090004" pitchFamily="2" charset="0"/>
          </a:endParaRPr>
        </a:p>
      </dgm:t>
    </dgm:pt>
    <dgm:pt modelId="{B681895F-8304-4041-ACC1-BEB05AF98182}">
      <dgm:prSet phldrT="[Text]" custT="1"/>
      <dgm:spPr>
        <a:ln>
          <a:noFill/>
        </a:ln>
      </dgm:spPr>
      <dgm:t>
        <a:bodyPr/>
        <a:lstStyle/>
        <a:p>
          <a:r>
            <a:rPr lang="en-US" sz="2000" b="1" dirty="0">
              <a:latin typeface="Quadraat" panose="02000503060000090004" pitchFamily="2" charset="0"/>
            </a:rPr>
            <a:t>Ischemic colitis</a:t>
          </a:r>
        </a:p>
      </dgm:t>
    </dgm:pt>
    <dgm:pt modelId="{D172A634-8F0A-4E15-8387-5B767C15DEF9}" type="parTrans" cxnId="{E7AE363F-9AB4-49F0-A0B6-15A635878995}">
      <dgm:prSet/>
      <dgm:spPr/>
      <dgm:t>
        <a:bodyPr/>
        <a:lstStyle/>
        <a:p>
          <a:endParaRPr lang="en-US">
            <a:latin typeface="Quadraat" panose="02000503060000090004" pitchFamily="2" charset="0"/>
          </a:endParaRPr>
        </a:p>
      </dgm:t>
    </dgm:pt>
    <dgm:pt modelId="{3A1D9765-56B6-4F25-9288-1B974C898670}" type="sibTrans" cxnId="{E7AE363F-9AB4-49F0-A0B6-15A635878995}">
      <dgm:prSet/>
      <dgm:spPr/>
      <dgm:t>
        <a:bodyPr/>
        <a:lstStyle/>
        <a:p>
          <a:endParaRPr lang="en-US">
            <a:latin typeface="Quadraat" panose="02000503060000090004" pitchFamily="2" charset="0"/>
          </a:endParaRPr>
        </a:p>
      </dgm:t>
    </dgm:pt>
    <dgm:pt modelId="{0A3F8D28-AACC-4FC2-B4B5-0C7AD8BE1259}">
      <dgm:prSet phldrT="[Text]" custT="1"/>
      <dgm:spPr>
        <a:ln>
          <a:noFill/>
        </a:ln>
      </dgm:spPr>
      <dgm:t>
        <a:bodyPr/>
        <a:lstStyle/>
        <a:p>
          <a:r>
            <a:rPr lang="en-US" sz="1600" b="1" dirty="0">
              <a:latin typeface="Quadraat" panose="02000503060000090004" pitchFamily="2" charset="0"/>
            </a:rPr>
            <a:t>Allergic colitis</a:t>
          </a:r>
        </a:p>
      </dgm:t>
    </dgm:pt>
    <dgm:pt modelId="{501AD19C-E21A-484E-BCAB-9BFC5B37E754}" type="parTrans" cxnId="{2677CF02-628B-4746-818C-ED763B37858D}">
      <dgm:prSet/>
      <dgm:spPr/>
      <dgm:t>
        <a:bodyPr/>
        <a:lstStyle/>
        <a:p>
          <a:endParaRPr lang="en-US">
            <a:latin typeface="Quadraat" panose="02000503060000090004" pitchFamily="2" charset="0"/>
          </a:endParaRPr>
        </a:p>
      </dgm:t>
    </dgm:pt>
    <dgm:pt modelId="{027B60C7-7DE4-4C1A-B020-DAEA88472F8A}" type="sibTrans" cxnId="{2677CF02-628B-4746-818C-ED763B37858D}">
      <dgm:prSet/>
      <dgm:spPr/>
      <dgm:t>
        <a:bodyPr/>
        <a:lstStyle/>
        <a:p>
          <a:endParaRPr lang="en-US">
            <a:latin typeface="Quadraat" panose="02000503060000090004" pitchFamily="2" charset="0"/>
          </a:endParaRPr>
        </a:p>
      </dgm:t>
    </dgm:pt>
    <dgm:pt modelId="{84962E15-CAB6-440B-B2B8-631DC2943F63}">
      <dgm:prSet phldrT="[Text]" custT="1"/>
      <dgm:spPr>
        <a:ln>
          <a:noFill/>
        </a:ln>
      </dgm:spPr>
      <dgm:t>
        <a:bodyPr/>
        <a:lstStyle/>
        <a:p>
          <a:r>
            <a:rPr lang="en-US" sz="1600" b="1" dirty="0">
              <a:latin typeface="Quadraat" panose="02000503060000090004" pitchFamily="2" charset="0"/>
            </a:rPr>
            <a:t>Inflammatory bowel disease</a:t>
          </a:r>
        </a:p>
      </dgm:t>
    </dgm:pt>
    <dgm:pt modelId="{E238A16F-FE16-4584-B802-4C93AE69B5C3}" type="parTrans" cxnId="{F41BFEDC-9DAB-4205-BF61-BF86AAB96C38}">
      <dgm:prSet/>
      <dgm:spPr/>
      <dgm:t>
        <a:bodyPr/>
        <a:lstStyle/>
        <a:p>
          <a:endParaRPr lang="en-US">
            <a:latin typeface="Quadraat" panose="02000503060000090004" pitchFamily="2" charset="0"/>
          </a:endParaRPr>
        </a:p>
      </dgm:t>
    </dgm:pt>
    <dgm:pt modelId="{483F9773-9518-4EAE-96EA-069E0A883FA7}" type="sibTrans" cxnId="{F41BFEDC-9DAB-4205-BF61-BF86AAB96C38}">
      <dgm:prSet/>
      <dgm:spPr/>
      <dgm:t>
        <a:bodyPr/>
        <a:lstStyle/>
        <a:p>
          <a:endParaRPr lang="en-US">
            <a:latin typeface="Quadraat" panose="02000503060000090004" pitchFamily="2" charset="0"/>
          </a:endParaRPr>
        </a:p>
      </dgm:t>
    </dgm:pt>
    <dgm:pt modelId="{EC278A12-909E-4655-88E7-F7FC6F098998}">
      <dgm:prSet phldrT="[Text]" custT="1"/>
      <dgm:spPr>
        <a:ln>
          <a:noFill/>
        </a:ln>
      </dgm:spPr>
      <dgm:t>
        <a:bodyPr/>
        <a:lstStyle/>
        <a:p>
          <a:r>
            <a:rPr lang="en-US" sz="1600" b="1" dirty="0">
              <a:latin typeface="Quadraat" panose="02000503060000090004" pitchFamily="2" charset="0"/>
            </a:rPr>
            <a:t>Viral colitis</a:t>
          </a:r>
        </a:p>
      </dgm:t>
    </dgm:pt>
    <dgm:pt modelId="{F42CD1A1-F896-4C28-A476-91F382076B2A}" type="parTrans" cxnId="{75BE4DA2-1181-4002-9E30-037FA3991776}">
      <dgm:prSet/>
      <dgm:spPr/>
      <dgm:t>
        <a:bodyPr/>
        <a:lstStyle/>
        <a:p>
          <a:endParaRPr lang="en-US">
            <a:latin typeface="Quadraat" panose="02000503060000090004" pitchFamily="2" charset="0"/>
          </a:endParaRPr>
        </a:p>
      </dgm:t>
    </dgm:pt>
    <dgm:pt modelId="{389C1B36-EA65-4767-B934-243AC3D8C549}" type="sibTrans" cxnId="{75BE4DA2-1181-4002-9E30-037FA3991776}">
      <dgm:prSet/>
      <dgm:spPr/>
      <dgm:t>
        <a:bodyPr/>
        <a:lstStyle/>
        <a:p>
          <a:endParaRPr lang="en-US">
            <a:latin typeface="Quadraat" panose="02000503060000090004" pitchFamily="2" charset="0"/>
          </a:endParaRPr>
        </a:p>
      </dgm:t>
    </dgm:pt>
    <dgm:pt modelId="{2A94FD96-7ACA-4E3E-97B3-3666E3413291}">
      <dgm:prSet phldrT="[Text]" custT="1"/>
      <dgm:spPr>
        <a:ln>
          <a:noFill/>
        </a:ln>
      </dgm:spPr>
      <dgm:t>
        <a:bodyPr/>
        <a:lstStyle/>
        <a:p>
          <a:r>
            <a:rPr lang="en-US" sz="1600" b="1" dirty="0">
              <a:latin typeface="Quadraat" panose="02000503060000090004" pitchFamily="2" charset="0"/>
            </a:rPr>
            <a:t>Parasitic colitis</a:t>
          </a:r>
        </a:p>
      </dgm:t>
    </dgm:pt>
    <dgm:pt modelId="{37905042-CD54-4AB6-B6AA-830E67CFE76C}" type="parTrans" cxnId="{301B5F91-CF2D-4AA5-BF4E-B7C90EC59BA8}">
      <dgm:prSet/>
      <dgm:spPr/>
      <dgm:t>
        <a:bodyPr/>
        <a:lstStyle/>
        <a:p>
          <a:endParaRPr lang="en-US">
            <a:latin typeface="Quadraat" panose="02000503060000090004" pitchFamily="2" charset="0"/>
          </a:endParaRPr>
        </a:p>
      </dgm:t>
    </dgm:pt>
    <dgm:pt modelId="{9C3E6B94-1193-4988-AF1E-7F91F36E3818}" type="sibTrans" cxnId="{301B5F91-CF2D-4AA5-BF4E-B7C90EC59BA8}">
      <dgm:prSet/>
      <dgm:spPr/>
      <dgm:t>
        <a:bodyPr/>
        <a:lstStyle/>
        <a:p>
          <a:endParaRPr lang="en-US">
            <a:latin typeface="Quadraat" panose="02000503060000090004" pitchFamily="2" charset="0"/>
          </a:endParaRPr>
        </a:p>
      </dgm:t>
    </dgm:pt>
    <dgm:pt modelId="{9F5CB72B-A35D-41A7-98AA-06CF30D69E89}">
      <dgm:prSet phldrT="[Text]" custT="1"/>
      <dgm:spPr>
        <a:ln>
          <a:noFill/>
        </a:ln>
      </dgm:spPr>
      <dgm:t>
        <a:bodyPr/>
        <a:lstStyle/>
        <a:p>
          <a:r>
            <a:rPr lang="en-US" sz="1600" b="1" dirty="0">
              <a:latin typeface="Quadraat" panose="02000503060000090004" pitchFamily="2" charset="0"/>
            </a:rPr>
            <a:t>Bacterial colitis</a:t>
          </a:r>
        </a:p>
      </dgm:t>
    </dgm:pt>
    <dgm:pt modelId="{D37EBB86-2259-4161-B9E0-498C278357CB}" type="parTrans" cxnId="{C90F6450-A1C3-452A-8E26-DE74A978AD4A}">
      <dgm:prSet/>
      <dgm:spPr/>
      <dgm:t>
        <a:bodyPr/>
        <a:lstStyle/>
        <a:p>
          <a:endParaRPr lang="en-US">
            <a:latin typeface="Quadraat" panose="02000503060000090004" pitchFamily="2" charset="0"/>
          </a:endParaRPr>
        </a:p>
      </dgm:t>
    </dgm:pt>
    <dgm:pt modelId="{0B89ED20-AFE6-4BA9-B448-564694B8B610}" type="sibTrans" cxnId="{C90F6450-A1C3-452A-8E26-DE74A978AD4A}">
      <dgm:prSet/>
      <dgm:spPr/>
      <dgm:t>
        <a:bodyPr/>
        <a:lstStyle/>
        <a:p>
          <a:endParaRPr lang="en-US">
            <a:latin typeface="Quadraat" panose="02000503060000090004" pitchFamily="2" charset="0"/>
          </a:endParaRPr>
        </a:p>
      </dgm:t>
    </dgm:pt>
    <dgm:pt modelId="{D9B9F529-7B23-4658-8228-8EFA70A8E387}">
      <dgm:prSet phldrT="[Text]" custT="1"/>
      <dgm:spPr>
        <a:ln>
          <a:noFill/>
        </a:ln>
      </dgm:spPr>
      <dgm:t>
        <a:bodyPr/>
        <a:lstStyle/>
        <a:p>
          <a:r>
            <a:rPr lang="en-US" sz="1600" b="1" dirty="0">
              <a:latin typeface="Quadraat" panose="02000503060000090004" pitchFamily="2" charset="0"/>
            </a:rPr>
            <a:t>Pseudomembranous colitis</a:t>
          </a:r>
        </a:p>
      </dgm:t>
    </dgm:pt>
    <dgm:pt modelId="{193ACE96-7C80-4DD2-8677-1DC6724E52D8}" type="parTrans" cxnId="{90581F02-5718-4432-9742-BF7264608DB3}">
      <dgm:prSet/>
      <dgm:spPr/>
      <dgm:t>
        <a:bodyPr/>
        <a:lstStyle/>
        <a:p>
          <a:endParaRPr lang="en-US">
            <a:latin typeface="Quadraat" panose="02000503060000090004" pitchFamily="2" charset="0"/>
          </a:endParaRPr>
        </a:p>
      </dgm:t>
    </dgm:pt>
    <dgm:pt modelId="{FD103AA3-FF27-4287-ADA5-4F6523F7D5F7}" type="sibTrans" cxnId="{90581F02-5718-4432-9742-BF7264608DB3}">
      <dgm:prSet/>
      <dgm:spPr/>
      <dgm:t>
        <a:bodyPr/>
        <a:lstStyle/>
        <a:p>
          <a:endParaRPr lang="en-US">
            <a:latin typeface="Quadraat" panose="02000503060000090004" pitchFamily="2" charset="0"/>
          </a:endParaRPr>
        </a:p>
      </dgm:t>
    </dgm:pt>
    <dgm:pt modelId="{3BD2C283-7E94-4BD5-9749-369E8BAA337E}">
      <dgm:prSet phldrT="[Text]" custT="1"/>
      <dgm:spPr>
        <a:ln>
          <a:noFill/>
        </a:ln>
      </dgm:spPr>
      <dgm:t>
        <a:bodyPr/>
        <a:lstStyle/>
        <a:p>
          <a:r>
            <a:rPr lang="en-US" sz="1600" b="1" dirty="0">
              <a:latin typeface="Quadraat" panose="02000503060000090004" pitchFamily="2" charset="0"/>
            </a:rPr>
            <a:t>Ulcerative colitis (proctocolitis)</a:t>
          </a:r>
        </a:p>
      </dgm:t>
    </dgm:pt>
    <dgm:pt modelId="{F331FBC6-FC24-42E7-A597-3F3A894C818C}" type="parTrans" cxnId="{4C36BCF2-1275-4909-9D20-82482771A4AB}">
      <dgm:prSet/>
      <dgm:spPr/>
      <dgm:t>
        <a:bodyPr/>
        <a:lstStyle/>
        <a:p>
          <a:endParaRPr lang="en-US">
            <a:latin typeface="Quadraat" panose="02000503060000090004" pitchFamily="2" charset="0"/>
          </a:endParaRPr>
        </a:p>
      </dgm:t>
    </dgm:pt>
    <dgm:pt modelId="{6E8CA64A-FB4F-4873-9191-1A692380EEC2}" type="sibTrans" cxnId="{4C36BCF2-1275-4909-9D20-82482771A4AB}">
      <dgm:prSet/>
      <dgm:spPr/>
      <dgm:t>
        <a:bodyPr/>
        <a:lstStyle/>
        <a:p>
          <a:endParaRPr lang="en-US">
            <a:latin typeface="Quadraat" panose="02000503060000090004" pitchFamily="2" charset="0"/>
          </a:endParaRPr>
        </a:p>
      </dgm:t>
    </dgm:pt>
    <dgm:pt modelId="{6C5FB294-FCB8-4256-8D64-79A8E7349BF7}">
      <dgm:prSet phldrT="[Text]" custT="1"/>
      <dgm:spPr>
        <a:ln>
          <a:noFill/>
        </a:ln>
      </dgm:spPr>
      <dgm:t>
        <a:bodyPr/>
        <a:lstStyle/>
        <a:p>
          <a:r>
            <a:rPr lang="en-US" sz="1600" b="1" dirty="0">
              <a:latin typeface="Quadraat" panose="02000503060000090004" pitchFamily="2" charset="0"/>
            </a:rPr>
            <a:t>Crohn’s colitis (enterocolitis)</a:t>
          </a:r>
        </a:p>
      </dgm:t>
    </dgm:pt>
    <dgm:pt modelId="{830854A3-0674-4FD6-8477-C2A390C426AF}" type="parTrans" cxnId="{F8BCE793-7E21-40AA-B9AD-A5193AF7C5F4}">
      <dgm:prSet/>
      <dgm:spPr/>
      <dgm:t>
        <a:bodyPr/>
        <a:lstStyle/>
        <a:p>
          <a:endParaRPr lang="en-US">
            <a:latin typeface="Quadraat" panose="02000503060000090004" pitchFamily="2" charset="0"/>
          </a:endParaRPr>
        </a:p>
      </dgm:t>
    </dgm:pt>
    <dgm:pt modelId="{CF8E7A9D-1FF5-4CB6-84F0-A405E2CC050E}" type="sibTrans" cxnId="{F8BCE793-7E21-40AA-B9AD-A5193AF7C5F4}">
      <dgm:prSet/>
      <dgm:spPr/>
      <dgm:t>
        <a:bodyPr/>
        <a:lstStyle/>
        <a:p>
          <a:endParaRPr lang="en-US">
            <a:latin typeface="Quadraat" panose="02000503060000090004" pitchFamily="2" charset="0"/>
          </a:endParaRPr>
        </a:p>
      </dgm:t>
    </dgm:pt>
    <dgm:pt modelId="{F0D859D3-A13C-47A8-9625-6947DDF05AB5}">
      <dgm:prSet phldrT="[Text]" custT="1"/>
      <dgm:spPr>
        <a:ln>
          <a:noFill/>
        </a:ln>
      </dgm:spPr>
      <dgm:t>
        <a:bodyPr/>
        <a:lstStyle/>
        <a:p>
          <a:r>
            <a:rPr lang="en-US" sz="1600" b="1" dirty="0">
              <a:latin typeface="Quadraat" panose="02000503060000090004" pitchFamily="2" charset="0"/>
            </a:rPr>
            <a:t>Indeterminate colitis</a:t>
          </a:r>
        </a:p>
      </dgm:t>
    </dgm:pt>
    <dgm:pt modelId="{439AE11B-2324-46ED-8AC2-0277F6AB7BD2}" type="parTrans" cxnId="{F7222D5E-44C5-4748-9E67-8C76DDC1E41D}">
      <dgm:prSet/>
      <dgm:spPr/>
      <dgm:t>
        <a:bodyPr/>
        <a:lstStyle/>
        <a:p>
          <a:endParaRPr lang="en-US">
            <a:latin typeface="Quadraat" panose="02000503060000090004" pitchFamily="2" charset="0"/>
          </a:endParaRPr>
        </a:p>
      </dgm:t>
    </dgm:pt>
    <dgm:pt modelId="{3A165EC4-D7A9-490E-A5EA-CAFC3177BB53}" type="sibTrans" cxnId="{F7222D5E-44C5-4748-9E67-8C76DDC1E41D}">
      <dgm:prSet/>
      <dgm:spPr/>
      <dgm:t>
        <a:bodyPr/>
        <a:lstStyle/>
        <a:p>
          <a:endParaRPr lang="en-US">
            <a:latin typeface="Quadraat" panose="02000503060000090004" pitchFamily="2" charset="0"/>
          </a:endParaRPr>
        </a:p>
      </dgm:t>
    </dgm:pt>
    <dgm:pt modelId="{5D098123-6031-47B6-B976-3E8DF3F20563}">
      <dgm:prSet phldrT="[Text]" custT="1"/>
      <dgm:spPr>
        <a:ln>
          <a:noFill/>
        </a:ln>
      </dgm:spPr>
      <dgm:t>
        <a:bodyPr/>
        <a:lstStyle/>
        <a:p>
          <a:r>
            <a:rPr lang="en-US" sz="2000" b="1" dirty="0">
              <a:latin typeface="Quadraat" panose="02000503060000090004" pitchFamily="2" charset="0"/>
            </a:rPr>
            <a:t>Stercoral colitis</a:t>
          </a:r>
        </a:p>
      </dgm:t>
    </dgm:pt>
    <dgm:pt modelId="{0DA253A3-1ED6-4599-924F-1342736CB339}" type="parTrans" cxnId="{71A6226A-8723-4B86-826C-D49BC45305EC}">
      <dgm:prSet/>
      <dgm:spPr/>
      <dgm:t>
        <a:bodyPr/>
        <a:lstStyle/>
        <a:p>
          <a:endParaRPr lang="en-US"/>
        </a:p>
      </dgm:t>
    </dgm:pt>
    <dgm:pt modelId="{AC374D1F-9541-414C-ACD4-B47CD41C6E68}" type="sibTrans" cxnId="{71A6226A-8723-4B86-826C-D49BC45305EC}">
      <dgm:prSet/>
      <dgm:spPr/>
      <dgm:t>
        <a:bodyPr/>
        <a:lstStyle/>
        <a:p>
          <a:endParaRPr lang="en-US"/>
        </a:p>
      </dgm:t>
    </dgm:pt>
    <dgm:pt modelId="{A7ED2338-08F4-4616-A434-3B8CFFC8780A}">
      <dgm:prSet phldrT="[Text]" custT="1"/>
      <dgm:spPr>
        <a:ln>
          <a:noFill/>
        </a:ln>
      </dgm:spPr>
      <dgm:t>
        <a:bodyPr/>
        <a:lstStyle/>
        <a:p>
          <a:r>
            <a:rPr lang="en-US" sz="2000" b="1" dirty="0">
              <a:latin typeface="Quadraat" panose="02000503060000090004" pitchFamily="2" charset="0"/>
            </a:rPr>
            <a:t>Non-infectious</a:t>
          </a:r>
          <a:endParaRPr lang="en-US" sz="1600" b="1" dirty="0">
            <a:latin typeface="Quadraat" panose="02000503060000090004" pitchFamily="2" charset="0"/>
          </a:endParaRPr>
        </a:p>
      </dgm:t>
    </dgm:pt>
    <dgm:pt modelId="{153D05CC-920D-41F3-93C2-AE98036EB540}" type="sibTrans" cxnId="{472BB7C3-9B18-49CA-B7F8-82F285D3AA04}">
      <dgm:prSet/>
      <dgm:spPr/>
      <dgm:t>
        <a:bodyPr/>
        <a:lstStyle/>
        <a:p>
          <a:endParaRPr lang="en-US"/>
        </a:p>
      </dgm:t>
    </dgm:pt>
    <dgm:pt modelId="{D34C8378-217F-4B6A-B113-82068511B324}" type="parTrans" cxnId="{472BB7C3-9B18-49CA-B7F8-82F285D3AA04}">
      <dgm:prSet/>
      <dgm:spPr/>
      <dgm:t>
        <a:bodyPr/>
        <a:lstStyle/>
        <a:p>
          <a:endParaRPr lang="en-US"/>
        </a:p>
      </dgm:t>
    </dgm:pt>
    <dgm:pt modelId="{A4012437-E92D-46F2-9904-1D42B3E46CFC}" type="pres">
      <dgm:prSet presAssocID="{8A939B0A-D162-4E9C-8DB4-27D14D42A036}" presName="hierChild1" presStyleCnt="0">
        <dgm:presLayoutVars>
          <dgm:orgChart val="1"/>
          <dgm:chPref val="1"/>
          <dgm:dir/>
          <dgm:animOne val="branch"/>
          <dgm:animLvl val="lvl"/>
          <dgm:resizeHandles/>
        </dgm:presLayoutVars>
      </dgm:prSet>
      <dgm:spPr/>
    </dgm:pt>
    <dgm:pt modelId="{854D2E29-AA0F-4FCD-BC0F-34D04C174400}" type="pres">
      <dgm:prSet presAssocID="{5A9C9ECE-4E7E-484D-AAEE-B544CBBE5267}" presName="hierRoot1" presStyleCnt="0">
        <dgm:presLayoutVars>
          <dgm:hierBranch val="init"/>
        </dgm:presLayoutVars>
      </dgm:prSet>
      <dgm:spPr/>
    </dgm:pt>
    <dgm:pt modelId="{1FCE368B-5EC7-47B6-960A-6FBA0783E5C7}" type="pres">
      <dgm:prSet presAssocID="{5A9C9ECE-4E7E-484D-AAEE-B544CBBE5267}" presName="rootComposite1" presStyleCnt="0"/>
      <dgm:spPr/>
    </dgm:pt>
    <dgm:pt modelId="{E15050B2-88F8-462B-ABAA-97C9D7ED2B93}" type="pres">
      <dgm:prSet presAssocID="{5A9C9ECE-4E7E-484D-AAEE-B544CBBE5267}" presName="rootText1" presStyleLbl="node0" presStyleIdx="0" presStyleCnt="1">
        <dgm:presLayoutVars>
          <dgm:chPref val="3"/>
        </dgm:presLayoutVars>
      </dgm:prSet>
      <dgm:spPr/>
    </dgm:pt>
    <dgm:pt modelId="{A1462658-AF5A-457C-88E7-D24907DA29B5}" type="pres">
      <dgm:prSet presAssocID="{5A9C9ECE-4E7E-484D-AAEE-B544CBBE5267}" presName="rootConnector1" presStyleLbl="node1" presStyleIdx="0" presStyleCnt="0"/>
      <dgm:spPr/>
    </dgm:pt>
    <dgm:pt modelId="{6374C418-0719-49E8-9578-FE7456696479}" type="pres">
      <dgm:prSet presAssocID="{5A9C9ECE-4E7E-484D-AAEE-B544CBBE5267}" presName="hierChild2" presStyleCnt="0"/>
      <dgm:spPr/>
    </dgm:pt>
    <dgm:pt modelId="{7A01391E-93CE-40FA-9452-C796910618C1}" type="pres">
      <dgm:prSet presAssocID="{F570724D-E427-4DCA-8676-D6381F735015}" presName="Name37" presStyleLbl="parChTrans1D2" presStyleIdx="0" presStyleCnt="4"/>
      <dgm:spPr/>
    </dgm:pt>
    <dgm:pt modelId="{B3291B27-8049-4E75-BBDE-1A766A582185}" type="pres">
      <dgm:prSet presAssocID="{7250FF49-7041-4C04-A8A2-47EAA3CF68E3}" presName="hierRoot2" presStyleCnt="0">
        <dgm:presLayoutVars>
          <dgm:hierBranch val="init"/>
        </dgm:presLayoutVars>
      </dgm:prSet>
      <dgm:spPr/>
    </dgm:pt>
    <dgm:pt modelId="{9A38FF12-D4B6-44AA-BF47-AEA20C91D378}" type="pres">
      <dgm:prSet presAssocID="{7250FF49-7041-4C04-A8A2-47EAA3CF68E3}" presName="rootComposite" presStyleCnt="0"/>
      <dgm:spPr/>
    </dgm:pt>
    <dgm:pt modelId="{83AD6314-B879-4416-9AC4-9F1DC9AAC35D}" type="pres">
      <dgm:prSet presAssocID="{7250FF49-7041-4C04-A8A2-47EAA3CF68E3}" presName="rootText" presStyleLbl="node2" presStyleIdx="0" presStyleCnt="4">
        <dgm:presLayoutVars>
          <dgm:chPref val="3"/>
        </dgm:presLayoutVars>
      </dgm:prSet>
      <dgm:spPr/>
    </dgm:pt>
    <dgm:pt modelId="{F1E4D8ED-F937-4E35-A727-E5B8FF6DC4E6}" type="pres">
      <dgm:prSet presAssocID="{7250FF49-7041-4C04-A8A2-47EAA3CF68E3}" presName="rootConnector" presStyleLbl="node2" presStyleIdx="0" presStyleCnt="4"/>
      <dgm:spPr/>
    </dgm:pt>
    <dgm:pt modelId="{E7D677C3-B39A-47B6-AEA6-1D585FED1E21}" type="pres">
      <dgm:prSet presAssocID="{7250FF49-7041-4C04-A8A2-47EAA3CF68E3}" presName="hierChild4" presStyleCnt="0"/>
      <dgm:spPr/>
    </dgm:pt>
    <dgm:pt modelId="{0C772841-D993-471A-885D-64C5F3629BFB}" type="pres">
      <dgm:prSet presAssocID="{F42CD1A1-F896-4C28-A476-91F382076B2A}" presName="Name37" presStyleLbl="parChTrans1D3" presStyleIdx="0" presStyleCnt="5"/>
      <dgm:spPr/>
    </dgm:pt>
    <dgm:pt modelId="{A6D797FC-1BAE-42E9-9EBA-950665B937E9}" type="pres">
      <dgm:prSet presAssocID="{EC278A12-909E-4655-88E7-F7FC6F098998}" presName="hierRoot2" presStyleCnt="0">
        <dgm:presLayoutVars>
          <dgm:hierBranch val="init"/>
        </dgm:presLayoutVars>
      </dgm:prSet>
      <dgm:spPr/>
    </dgm:pt>
    <dgm:pt modelId="{B0AE7B89-4CF4-4FCF-96DF-E1AF722F25B9}" type="pres">
      <dgm:prSet presAssocID="{EC278A12-909E-4655-88E7-F7FC6F098998}" presName="rootComposite" presStyleCnt="0"/>
      <dgm:spPr/>
    </dgm:pt>
    <dgm:pt modelId="{9DD6F0EF-DE67-483A-804F-D8EA8E18ACA7}" type="pres">
      <dgm:prSet presAssocID="{EC278A12-909E-4655-88E7-F7FC6F098998}" presName="rootText" presStyleLbl="node3" presStyleIdx="0" presStyleCnt="5">
        <dgm:presLayoutVars>
          <dgm:chPref val="3"/>
        </dgm:presLayoutVars>
      </dgm:prSet>
      <dgm:spPr/>
    </dgm:pt>
    <dgm:pt modelId="{3197D998-44A5-4DEE-A505-EA65B8E1C2F6}" type="pres">
      <dgm:prSet presAssocID="{EC278A12-909E-4655-88E7-F7FC6F098998}" presName="rootConnector" presStyleLbl="node3" presStyleIdx="0" presStyleCnt="5"/>
      <dgm:spPr/>
    </dgm:pt>
    <dgm:pt modelId="{E3D4D6ED-52B2-4A4F-9220-80761E33A197}" type="pres">
      <dgm:prSet presAssocID="{EC278A12-909E-4655-88E7-F7FC6F098998}" presName="hierChild4" presStyleCnt="0"/>
      <dgm:spPr/>
    </dgm:pt>
    <dgm:pt modelId="{BC590AB5-E9A1-4624-9F3C-01321FEEE14A}" type="pres">
      <dgm:prSet presAssocID="{EC278A12-909E-4655-88E7-F7FC6F098998}" presName="hierChild5" presStyleCnt="0"/>
      <dgm:spPr/>
    </dgm:pt>
    <dgm:pt modelId="{C0630CBA-4950-4E52-A631-1A193AAD2B31}" type="pres">
      <dgm:prSet presAssocID="{37905042-CD54-4AB6-B6AA-830E67CFE76C}" presName="Name37" presStyleLbl="parChTrans1D3" presStyleIdx="1" presStyleCnt="5"/>
      <dgm:spPr/>
    </dgm:pt>
    <dgm:pt modelId="{B47E6339-9A1D-4947-903E-82A6B64A1C8D}" type="pres">
      <dgm:prSet presAssocID="{2A94FD96-7ACA-4E3E-97B3-3666E3413291}" presName="hierRoot2" presStyleCnt="0">
        <dgm:presLayoutVars>
          <dgm:hierBranch val="init"/>
        </dgm:presLayoutVars>
      </dgm:prSet>
      <dgm:spPr/>
    </dgm:pt>
    <dgm:pt modelId="{6AF0632F-3547-4FCE-92EC-A7CAED4C5E62}" type="pres">
      <dgm:prSet presAssocID="{2A94FD96-7ACA-4E3E-97B3-3666E3413291}" presName="rootComposite" presStyleCnt="0"/>
      <dgm:spPr/>
    </dgm:pt>
    <dgm:pt modelId="{2EEA523E-5E73-41FA-94C3-F908A226C098}" type="pres">
      <dgm:prSet presAssocID="{2A94FD96-7ACA-4E3E-97B3-3666E3413291}" presName="rootText" presStyleLbl="node3" presStyleIdx="1" presStyleCnt="5">
        <dgm:presLayoutVars>
          <dgm:chPref val="3"/>
        </dgm:presLayoutVars>
      </dgm:prSet>
      <dgm:spPr/>
    </dgm:pt>
    <dgm:pt modelId="{0374182C-A4AB-47A5-BF0E-1D8A8049DD9B}" type="pres">
      <dgm:prSet presAssocID="{2A94FD96-7ACA-4E3E-97B3-3666E3413291}" presName="rootConnector" presStyleLbl="node3" presStyleIdx="1" presStyleCnt="5"/>
      <dgm:spPr/>
    </dgm:pt>
    <dgm:pt modelId="{E7CDFB16-B824-484B-9A2B-A34948E85427}" type="pres">
      <dgm:prSet presAssocID="{2A94FD96-7ACA-4E3E-97B3-3666E3413291}" presName="hierChild4" presStyleCnt="0"/>
      <dgm:spPr/>
    </dgm:pt>
    <dgm:pt modelId="{5C0CACC4-0138-44E4-A571-53C834DD13A8}" type="pres">
      <dgm:prSet presAssocID="{2A94FD96-7ACA-4E3E-97B3-3666E3413291}" presName="hierChild5" presStyleCnt="0"/>
      <dgm:spPr/>
    </dgm:pt>
    <dgm:pt modelId="{12698050-BB36-4D68-8A72-E58CBA8BC7FC}" type="pres">
      <dgm:prSet presAssocID="{D37EBB86-2259-4161-B9E0-498C278357CB}" presName="Name37" presStyleLbl="parChTrans1D3" presStyleIdx="2" presStyleCnt="5"/>
      <dgm:spPr/>
    </dgm:pt>
    <dgm:pt modelId="{823221D7-9F1B-4498-8401-B108CCB9167C}" type="pres">
      <dgm:prSet presAssocID="{9F5CB72B-A35D-41A7-98AA-06CF30D69E89}" presName="hierRoot2" presStyleCnt="0">
        <dgm:presLayoutVars>
          <dgm:hierBranch val="init"/>
        </dgm:presLayoutVars>
      </dgm:prSet>
      <dgm:spPr/>
    </dgm:pt>
    <dgm:pt modelId="{2545282A-DDAD-4828-BE8A-B3E3F56489ED}" type="pres">
      <dgm:prSet presAssocID="{9F5CB72B-A35D-41A7-98AA-06CF30D69E89}" presName="rootComposite" presStyleCnt="0"/>
      <dgm:spPr/>
    </dgm:pt>
    <dgm:pt modelId="{7FA757EC-2723-434F-BE24-861DF2387C73}" type="pres">
      <dgm:prSet presAssocID="{9F5CB72B-A35D-41A7-98AA-06CF30D69E89}" presName="rootText" presStyleLbl="node3" presStyleIdx="2" presStyleCnt="5">
        <dgm:presLayoutVars>
          <dgm:chPref val="3"/>
        </dgm:presLayoutVars>
      </dgm:prSet>
      <dgm:spPr/>
    </dgm:pt>
    <dgm:pt modelId="{E3B3A067-1C4F-4F32-8FA1-5E3D1CDD3721}" type="pres">
      <dgm:prSet presAssocID="{9F5CB72B-A35D-41A7-98AA-06CF30D69E89}" presName="rootConnector" presStyleLbl="node3" presStyleIdx="2" presStyleCnt="5"/>
      <dgm:spPr/>
    </dgm:pt>
    <dgm:pt modelId="{A14A263A-F0A6-49CF-B859-9A5051774407}" type="pres">
      <dgm:prSet presAssocID="{9F5CB72B-A35D-41A7-98AA-06CF30D69E89}" presName="hierChild4" presStyleCnt="0"/>
      <dgm:spPr/>
    </dgm:pt>
    <dgm:pt modelId="{3C504FCB-2E6E-4DA6-9C88-4DE299D3BD5A}" type="pres">
      <dgm:prSet presAssocID="{193ACE96-7C80-4DD2-8677-1DC6724E52D8}" presName="Name37" presStyleLbl="parChTrans1D4" presStyleIdx="0" presStyleCnt="4"/>
      <dgm:spPr/>
    </dgm:pt>
    <dgm:pt modelId="{F7D4E092-1D54-48A2-B110-A9BFD401B26C}" type="pres">
      <dgm:prSet presAssocID="{D9B9F529-7B23-4658-8228-8EFA70A8E387}" presName="hierRoot2" presStyleCnt="0">
        <dgm:presLayoutVars>
          <dgm:hierBranch val="init"/>
        </dgm:presLayoutVars>
      </dgm:prSet>
      <dgm:spPr/>
    </dgm:pt>
    <dgm:pt modelId="{C87C8F5B-FE32-4E65-8C6D-2D38BAE18961}" type="pres">
      <dgm:prSet presAssocID="{D9B9F529-7B23-4658-8228-8EFA70A8E387}" presName="rootComposite" presStyleCnt="0"/>
      <dgm:spPr/>
    </dgm:pt>
    <dgm:pt modelId="{A76D1DC8-2216-4F7B-B9E7-D4ABBA46FA96}" type="pres">
      <dgm:prSet presAssocID="{D9B9F529-7B23-4658-8228-8EFA70A8E387}" presName="rootText" presStyleLbl="node4" presStyleIdx="0" presStyleCnt="4">
        <dgm:presLayoutVars>
          <dgm:chPref val="3"/>
        </dgm:presLayoutVars>
      </dgm:prSet>
      <dgm:spPr/>
    </dgm:pt>
    <dgm:pt modelId="{378C40D6-DC76-4521-BF20-90EB5C798BAB}" type="pres">
      <dgm:prSet presAssocID="{D9B9F529-7B23-4658-8228-8EFA70A8E387}" presName="rootConnector" presStyleLbl="node4" presStyleIdx="0" presStyleCnt="4"/>
      <dgm:spPr/>
    </dgm:pt>
    <dgm:pt modelId="{E8E6E61D-F75F-4A34-A78C-457C479280E5}" type="pres">
      <dgm:prSet presAssocID="{D9B9F529-7B23-4658-8228-8EFA70A8E387}" presName="hierChild4" presStyleCnt="0"/>
      <dgm:spPr/>
    </dgm:pt>
    <dgm:pt modelId="{5AED2E24-BCF3-413E-989A-2748C3367791}" type="pres">
      <dgm:prSet presAssocID="{D9B9F529-7B23-4658-8228-8EFA70A8E387}" presName="hierChild5" presStyleCnt="0"/>
      <dgm:spPr/>
    </dgm:pt>
    <dgm:pt modelId="{5644CC13-E5BF-4E6A-8163-A242F47CC8EC}" type="pres">
      <dgm:prSet presAssocID="{9F5CB72B-A35D-41A7-98AA-06CF30D69E89}" presName="hierChild5" presStyleCnt="0"/>
      <dgm:spPr/>
    </dgm:pt>
    <dgm:pt modelId="{49E3F010-FDA7-43B3-8BA3-659B43EC86D2}" type="pres">
      <dgm:prSet presAssocID="{7250FF49-7041-4C04-A8A2-47EAA3CF68E3}" presName="hierChild5" presStyleCnt="0"/>
      <dgm:spPr/>
    </dgm:pt>
    <dgm:pt modelId="{CA3A2A72-02C2-4D3E-8B0D-189DD8280121}" type="pres">
      <dgm:prSet presAssocID="{D34C8378-217F-4B6A-B113-82068511B324}" presName="Name37" presStyleLbl="parChTrans1D2" presStyleIdx="1" presStyleCnt="4"/>
      <dgm:spPr/>
    </dgm:pt>
    <dgm:pt modelId="{5E55806C-03CF-4633-A763-321278846BEB}" type="pres">
      <dgm:prSet presAssocID="{A7ED2338-08F4-4616-A434-3B8CFFC8780A}" presName="hierRoot2" presStyleCnt="0">
        <dgm:presLayoutVars>
          <dgm:hierBranch val="init"/>
        </dgm:presLayoutVars>
      </dgm:prSet>
      <dgm:spPr/>
    </dgm:pt>
    <dgm:pt modelId="{94D5CE2C-1AE1-4BFE-A544-A314ABCF6C91}" type="pres">
      <dgm:prSet presAssocID="{A7ED2338-08F4-4616-A434-3B8CFFC8780A}" presName="rootComposite" presStyleCnt="0"/>
      <dgm:spPr/>
    </dgm:pt>
    <dgm:pt modelId="{AA34BE2E-FC84-4090-AAC2-3368543E2781}" type="pres">
      <dgm:prSet presAssocID="{A7ED2338-08F4-4616-A434-3B8CFFC8780A}" presName="rootText" presStyleLbl="node2" presStyleIdx="1" presStyleCnt="4">
        <dgm:presLayoutVars>
          <dgm:chPref val="3"/>
        </dgm:presLayoutVars>
      </dgm:prSet>
      <dgm:spPr/>
    </dgm:pt>
    <dgm:pt modelId="{A61E6E0A-AD4D-44C1-B15A-E214C1CA42F3}" type="pres">
      <dgm:prSet presAssocID="{A7ED2338-08F4-4616-A434-3B8CFFC8780A}" presName="rootConnector" presStyleLbl="node2" presStyleIdx="1" presStyleCnt="4"/>
      <dgm:spPr/>
    </dgm:pt>
    <dgm:pt modelId="{CFA60464-BE13-4D4F-BDA0-D0A0329B2488}" type="pres">
      <dgm:prSet presAssocID="{A7ED2338-08F4-4616-A434-3B8CFFC8780A}" presName="hierChild4" presStyleCnt="0"/>
      <dgm:spPr/>
    </dgm:pt>
    <dgm:pt modelId="{4BE98F93-7B39-4033-89C1-AE1D1012B095}" type="pres">
      <dgm:prSet presAssocID="{501AD19C-E21A-484E-BCAB-9BFC5B37E754}" presName="Name37" presStyleLbl="parChTrans1D3" presStyleIdx="3" presStyleCnt="5"/>
      <dgm:spPr/>
    </dgm:pt>
    <dgm:pt modelId="{012B2C30-9B84-4DB8-83CC-BF026E0BC38E}" type="pres">
      <dgm:prSet presAssocID="{0A3F8D28-AACC-4FC2-B4B5-0C7AD8BE1259}" presName="hierRoot2" presStyleCnt="0">
        <dgm:presLayoutVars>
          <dgm:hierBranch val="init"/>
        </dgm:presLayoutVars>
      </dgm:prSet>
      <dgm:spPr/>
    </dgm:pt>
    <dgm:pt modelId="{3ED56C27-3F69-4083-B00F-148BC65AF4CC}" type="pres">
      <dgm:prSet presAssocID="{0A3F8D28-AACC-4FC2-B4B5-0C7AD8BE1259}" presName="rootComposite" presStyleCnt="0"/>
      <dgm:spPr/>
    </dgm:pt>
    <dgm:pt modelId="{E80D2B89-0CD5-429E-BEBF-FBCEB5AA986C}" type="pres">
      <dgm:prSet presAssocID="{0A3F8D28-AACC-4FC2-B4B5-0C7AD8BE1259}" presName="rootText" presStyleLbl="node3" presStyleIdx="3" presStyleCnt="5">
        <dgm:presLayoutVars>
          <dgm:chPref val="3"/>
        </dgm:presLayoutVars>
      </dgm:prSet>
      <dgm:spPr/>
    </dgm:pt>
    <dgm:pt modelId="{A2275836-678C-4154-A4A2-4AFF09C4FE45}" type="pres">
      <dgm:prSet presAssocID="{0A3F8D28-AACC-4FC2-B4B5-0C7AD8BE1259}" presName="rootConnector" presStyleLbl="node3" presStyleIdx="3" presStyleCnt="5"/>
      <dgm:spPr/>
    </dgm:pt>
    <dgm:pt modelId="{034F5BE6-A3DC-4E2F-9768-B05E9866C107}" type="pres">
      <dgm:prSet presAssocID="{0A3F8D28-AACC-4FC2-B4B5-0C7AD8BE1259}" presName="hierChild4" presStyleCnt="0"/>
      <dgm:spPr/>
    </dgm:pt>
    <dgm:pt modelId="{7A0882ED-E778-4CC1-A87D-A1E4D55C443B}" type="pres">
      <dgm:prSet presAssocID="{0A3F8D28-AACC-4FC2-B4B5-0C7AD8BE1259}" presName="hierChild5" presStyleCnt="0"/>
      <dgm:spPr/>
    </dgm:pt>
    <dgm:pt modelId="{74424E00-2D8D-4130-9C33-77997EC7227D}" type="pres">
      <dgm:prSet presAssocID="{E238A16F-FE16-4584-B802-4C93AE69B5C3}" presName="Name37" presStyleLbl="parChTrans1D3" presStyleIdx="4" presStyleCnt="5"/>
      <dgm:spPr/>
    </dgm:pt>
    <dgm:pt modelId="{5187795E-6932-498E-B048-ED7A6B6E90C8}" type="pres">
      <dgm:prSet presAssocID="{84962E15-CAB6-440B-B2B8-631DC2943F63}" presName="hierRoot2" presStyleCnt="0">
        <dgm:presLayoutVars>
          <dgm:hierBranch val="init"/>
        </dgm:presLayoutVars>
      </dgm:prSet>
      <dgm:spPr/>
    </dgm:pt>
    <dgm:pt modelId="{BB42B395-BFBF-43AB-8345-FD6E81DE9F94}" type="pres">
      <dgm:prSet presAssocID="{84962E15-CAB6-440B-B2B8-631DC2943F63}" presName="rootComposite" presStyleCnt="0"/>
      <dgm:spPr/>
    </dgm:pt>
    <dgm:pt modelId="{1A61A3F9-484A-4034-9D5D-961CD5F008F4}" type="pres">
      <dgm:prSet presAssocID="{84962E15-CAB6-440B-B2B8-631DC2943F63}" presName="rootText" presStyleLbl="node3" presStyleIdx="4" presStyleCnt="5">
        <dgm:presLayoutVars>
          <dgm:chPref val="3"/>
        </dgm:presLayoutVars>
      </dgm:prSet>
      <dgm:spPr/>
    </dgm:pt>
    <dgm:pt modelId="{F8497126-FACB-41E8-B5FF-53E092E3C395}" type="pres">
      <dgm:prSet presAssocID="{84962E15-CAB6-440B-B2B8-631DC2943F63}" presName="rootConnector" presStyleLbl="node3" presStyleIdx="4" presStyleCnt="5"/>
      <dgm:spPr/>
    </dgm:pt>
    <dgm:pt modelId="{D30CE427-E8D3-4A03-9C94-F8F80503A020}" type="pres">
      <dgm:prSet presAssocID="{84962E15-CAB6-440B-B2B8-631DC2943F63}" presName="hierChild4" presStyleCnt="0"/>
      <dgm:spPr/>
    </dgm:pt>
    <dgm:pt modelId="{AE8D7ED6-625E-4374-9A06-5DF22C702BC6}" type="pres">
      <dgm:prSet presAssocID="{F331FBC6-FC24-42E7-A597-3F3A894C818C}" presName="Name37" presStyleLbl="parChTrans1D4" presStyleIdx="1" presStyleCnt="4"/>
      <dgm:spPr/>
    </dgm:pt>
    <dgm:pt modelId="{33CC5B3B-6CD0-4E91-B5D9-F207AEC44D6D}" type="pres">
      <dgm:prSet presAssocID="{3BD2C283-7E94-4BD5-9749-369E8BAA337E}" presName="hierRoot2" presStyleCnt="0">
        <dgm:presLayoutVars>
          <dgm:hierBranch val="init"/>
        </dgm:presLayoutVars>
      </dgm:prSet>
      <dgm:spPr/>
    </dgm:pt>
    <dgm:pt modelId="{D9D4BE6D-81AF-4569-B4A7-05C8DBC90FEA}" type="pres">
      <dgm:prSet presAssocID="{3BD2C283-7E94-4BD5-9749-369E8BAA337E}" presName="rootComposite" presStyleCnt="0"/>
      <dgm:spPr/>
    </dgm:pt>
    <dgm:pt modelId="{3685E721-8F13-49DC-BB28-1354E212A676}" type="pres">
      <dgm:prSet presAssocID="{3BD2C283-7E94-4BD5-9749-369E8BAA337E}" presName="rootText" presStyleLbl="node4" presStyleIdx="1" presStyleCnt="4">
        <dgm:presLayoutVars>
          <dgm:chPref val="3"/>
        </dgm:presLayoutVars>
      </dgm:prSet>
      <dgm:spPr/>
    </dgm:pt>
    <dgm:pt modelId="{F62BB89C-073F-486A-BDCB-C9144E7DE671}" type="pres">
      <dgm:prSet presAssocID="{3BD2C283-7E94-4BD5-9749-369E8BAA337E}" presName="rootConnector" presStyleLbl="node4" presStyleIdx="1" presStyleCnt="4"/>
      <dgm:spPr/>
    </dgm:pt>
    <dgm:pt modelId="{3073FD71-C13A-473F-B066-4CC5ABF95692}" type="pres">
      <dgm:prSet presAssocID="{3BD2C283-7E94-4BD5-9749-369E8BAA337E}" presName="hierChild4" presStyleCnt="0"/>
      <dgm:spPr/>
    </dgm:pt>
    <dgm:pt modelId="{BC8BBA5D-E690-49FE-85BD-E99AD74CEA37}" type="pres">
      <dgm:prSet presAssocID="{3BD2C283-7E94-4BD5-9749-369E8BAA337E}" presName="hierChild5" presStyleCnt="0"/>
      <dgm:spPr/>
    </dgm:pt>
    <dgm:pt modelId="{061ACB0F-7AE0-420C-9A12-894612F11681}" type="pres">
      <dgm:prSet presAssocID="{830854A3-0674-4FD6-8477-C2A390C426AF}" presName="Name37" presStyleLbl="parChTrans1D4" presStyleIdx="2" presStyleCnt="4"/>
      <dgm:spPr/>
    </dgm:pt>
    <dgm:pt modelId="{E5437770-4B0F-4AFD-890F-F2DCEB1EBA2B}" type="pres">
      <dgm:prSet presAssocID="{6C5FB294-FCB8-4256-8D64-79A8E7349BF7}" presName="hierRoot2" presStyleCnt="0">
        <dgm:presLayoutVars>
          <dgm:hierBranch val="init"/>
        </dgm:presLayoutVars>
      </dgm:prSet>
      <dgm:spPr/>
    </dgm:pt>
    <dgm:pt modelId="{4EC4F6C3-2BFC-48A1-8A0C-BE201B6C5E6E}" type="pres">
      <dgm:prSet presAssocID="{6C5FB294-FCB8-4256-8D64-79A8E7349BF7}" presName="rootComposite" presStyleCnt="0"/>
      <dgm:spPr/>
    </dgm:pt>
    <dgm:pt modelId="{5222E63F-9FEE-49C0-8690-EB7A2D2E44AD}" type="pres">
      <dgm:prSet presAssocID="{6C5FB294-FCB8-4256-8D64-79A8E7349BF7}" presName="rootText" presStyleLbl="node4" presStyleIdx="2" presStyleCnt="4">
        <dgm:presLayoutVars>
          <dgm:chPref val="3"/>
        </dgm:presLayoutVars>
      </dgm:prSet>
      <dgm:spPr/>
    </dgm:pt>
    <dgm:pt modelId="{759DE821-A806-485A-B8A2-47152A6081B0}" type="pres">
      <dgm:prSet presAssocID="{6C5FB294-FCB8-4256-8D64-79A8E7349BF7}" presName="rootConnector" presStyleLbl="node4" presStyleIdx="2" presStyleCnt="4"/>
      <dgm:spPr/>
    </dgm:pt>
    <dgm:pt modelId="{1F5EB754-9143-4312-B0F8-6C91FC97E48D}" type="pres">
      <dgm:prSet presAssocID="{6C5FB294-FCB8-4256-8D64-79A8E7349BF7}" presName="hierChild4" presStyleCnt="0"/>
      <dgm:spPr/>
    </dgm:pt>
    <dgm:pt modelId="{2DDC8228-B8DC-42F7-A3D8-4E68D09E6D11}" type="pres">
      <dgm:prSet presAssocID="{6C5FB294-FCB8-4256-8D64-79A8E7349BF7}" presName="hierChild5" presStyleCnt="0"/>
      <dgm:spPr/>
    </dgm:pt>
    <dgm:pt modelId="{31E2490A-8F2E-474A-9B86-D488AF39B84A}" type="pres">
      <dgm:prSet presAssocID="{439AE11B-2324-46ED-8AC2-0277F6AB7BD2}" presName="Name37" presStyleLbl="parChTrans1D4" presStyleIdx="3" presStyleCnt="4"/>
      <dgm:spPr/>
    </dgm:pt>
    <dgm:pt modelId="{0A56D229-6CDF-4A51-B261-1A864DBDE8B0}" type="pres">
      <dgm:prSet presAssocID="{F0D859D3-A13C-47A8-9625-6947DDF05AB5}" presName="hierRoot2" presStyleCnt="0">
        <dgm:presLayoutVars>
          <dgm:hierBranch val="init"/>
        </dgm:presLayoutVars>
      </dgm:prSet>
      <dgm:spPr/>
    </dgm:pt>
    <dgm:pt modelId="{9E6B2DBA-242D-4EB4-A76B-373D60B0168B}" type="pres">
      <dgm:prSet presAssocID="{F0D859D3-A13C-47A8-9625-6947DDF05AB5}" presName="rootComposite" presStyleCnt="0"/>
      <dgm:spPr/>
    </dgm:pt>
    <dgm:pt modelId="{4EDA75B9-89D1-4F08-B5A4-D9596EDD1E0F}" type="pres">
      <dgm:prSet presAssocID="{F0D859D3-A13C-47A8-9625-6947DDF05AB5}" presName="rootText" presStyleLbl="node4" presStyleIdx="3" presStyleCnt="4">
        <dgm:presLayoutVars>
          <dgm:chPref val="3"/>
        </dgm:presLayoutVars>
      </dgm:prSet>
      <dgm:spPr/>
    </dgm:pt>
    <dgm:pt modelId="{4E02DAFC-DDFC-4E0D-A397-D66AC4CDE3EA}" type="pres">
      <dgm:prSet presAssocID="{F0D859D3-A13C-47A8-9625-6947DDF05AB5}" presName="rootConnector" presStyleLbl="node4" presStyleIdx="3" presStyleCnt="4"/>
      <dgm:spPr/>
    </dgm:pt>
    <dgm:pt modelId="{075BF5BE-0B48-4FD5-BBE8-FDD77E1064C5}" type="pres">
      <dgm:prSet presAssocID="{F0D859D3-A13C-47A8-9625-6947DDF05AB5}" presName="hierChild4" presStyleCnt="0"/>
      <dgm:spPr/>
    </dgm:pt>
    <dgm:pt modelId="{F4C1085B-1598-4966-8D14-AB1361851FE1}" type="pres">
      <dgm:prSet presAssocID="{F0D859D3-A13C-47A8-9625-6947DDF05AB5}" presName="hierChild5" presStyleCnt="0"/>
      <dgm:spPr/>
    </dgm:pt>
    <dgm:pt modelId="{2BD25ECB-7B9D-48CA-B57D-D2839AA127EC}" type="pres">
      <dgm:prSet presAssocID="{84962E15-CAB6-440B-B2B8-631DC2943F63}" presName="hierChild5" presStyleCnt="0"/>
      <dgm:spPr/>
    </dgm:pt>
    <dgm:pt modelId="{EA82A6A3-54DE-418E-BBCC-46DF16D2B7EE}" type="pres">
      <dgm:prSet presAssocID="{A7ED2338-08F4-4616-A434-3B8CFFC8780A}" presName="hierChild5" presStyleCnt="0"/>
      <dgm:spPr/>
    </dgm:pt>
    <dgm:pt modelId="{8C1010B3-7423-4569-85B5-92A2B031B381}" type="pres">
      <dgm:prSet presAssocID="{D172A634-8F0A-4E15-8387-5B767C15DEF9}" presName="Name37" presStyleLbl="parChTrans1D2" presStyleIdx="2" presStyleCnt="4"/>
      <dgm:spPr/>
    </dgm:pt>
    <dgm:pt modelId="{257F67D0-D062-4963-A71B-9F99E417ECDC}" type="pres">
      <dgm:prSet presAssocID="{B681895F-8304-4041-ACC1-BEB05AF98182}" presName="hierRoot2" presStyleCnt="0">
        <dgm:presLayoutVars>
          <dgm:hierBranch val="init"/>
        </dgm:presLayoutVars>
      </dgm:prSet>
      <dgm:spPr/>
    </dgm:pt>
    <dgm:pt modelId="{F4B0DED3-C70A-4EDB-8CC8-25750466E0E2}" type="pres">
      <dgm:prSet presAssocID="{B681895F-8304-4041-ACC1-BEB05AF98182}" presName="rootComposite" presStyleCnt="0"/>
      <dgm:spPr/>
    </dgm:pt>
    <dgm:pt modelId="{CA5DDB09-08B4-4908-8981-24E62BA4EA6D}" type="pres">
      <dgm:prSet presAssocID="{B681895F-8304-4041-ACC1-BEB05AF98182}" presName="rootText" presStyleLbl="node2" presStyleIdx="2" presStyleCnt="4">
        <dgm:presLayoutVars>
          <dgm:chPref val="3"/>
        </dgm:presLayoutVars>
      </dgm:prSet>
      <dgm:spPr/>
    </dgm:pt>
    <dgm:pt modelId="{8A430EBA-C88B-4245-956E-400717C7A42F}" type="pres">
      <dgm:prSet presAssocID="{B681895F-8304-4041-ACC1-BEB05AF98182}" presName="rootConnector" presStyleLbl="node2" presStyleIdx="2" presStyleCnt="4"/>
      <dgm:spPr/>
    </dgm:pt>
    <dgm:pt modelId="{EDAED477-68DE-41B4-862A-ACABDE7EA828}" type="pres">
      <dgm:prSet presAssocID="{B681895F-8304-4041-ACC1-BEB05AF98182}" presName="hierChild4" presStyleCnt="0"/>
      <dgm:spPr/>
    </dgm:pt>
    <dgm:pt modelId="{54412B51-8D23-47F6-A726-FF0A8004BF15}" type="pres">
      <dgm:prSet presAssocID="{B681895F-8304-4041-ACC1-BEB05AF98182}" presName="hierChild5" presStyleCnt="0"/>
      <dgm:spPr/>
    </dgm:pt>
    <dgm:pt modelId="{EC57D64E-49FA-4452-806B-B16580D54436}" type="pres">
      <dgm:prSet presAssocID="{0DA253A3-1ED6-4599-924F-1342736CB339}" presName="Name37" presStyleLbl="parChTrans1D2" presStyleIdx="3" presStyleCnt="4"/>
      <dgm:spPr/>
    </dgm:pt>
    <dgm:pt modelId="{80EC6529-6DD7-4BF7-9B32-83B530A846AD}" type="pres">
      <dgm:prSet presAssocID="{5D098123-6031-47B6-B976-3E8DF3F20563}" presName="hierRoot2" presStyleCnt="0">
        <dgm:presLayoutVars>
          <dgm:hierBranch val="init"/>
        </dgm:presLayoutVars>
      </dgm:prSet>
      <dgm:spPr/>
    </dgm:pt>
    <dgm:pt modelId="{63C80A44-6936-45D5-B1C3-3473FE449E47}" type="pres">
      <dgm:prSet presAssocID="{5D098123-6031-47B6-B976-3E8DF3F20563}" presName="rootComposite" presStyleCnt="0"/>
      <dgm:spPr/>
    </dgm:pt>
    <dgm:pt modelId="{FF5C2157-F8FB-4FFA-A945-1C3C1376EEA2}" type="pres">
      <dgm:prSet presAssocID="{5D098123-6031-47B6-B976-3E8DF3F20563}" presName="rootText" presStyleLbl="node2" presStyleIdx="3" presStyleCnt="4">
        <dgm:presLayoutVars>
          <dgm:chPref val="3"/>
        </dgm:presLayoutVars>
      </dgm:prSet>
      <dgm:spPr/>
    </dgm:pt>
    <dgm:pt modelId="{DDB66660-EAC5-4990-B4C4-984612330EBB}" type="pres">
      <dgm:prSet presAssocID="{5D098123-6031-47B6-B976-3E8DF3F20563}" presName="rootConnector" presStyleLbl="node2" presStyleIdx="3" presStyleCnt="4"/>
      <dgm:spPr/>
    </dgm:pt>
    <dgm:pt modelId="{D8974E46-B681-4FF4-BD36-FC5CE9A2D17D}" type="pres">
      <dgm:prSet presAssocID="{5D098123-6031-47B6-B976-3E8DF3F20563}" presName="hierChild4" presStyleCnt="0"/>
      <dgm:spPr/>
    </dgm:pt>
    <dgm:pt modelId="{F6F39444-328A-4C36-A417-27A0E12F6DCE}" type="pres">
      <dgm:prSet presAssocID="{5D098123-6031-47B6-B976-3E8DF3F20563}" presName="hierChild5" presStyleCnt="0"/>
      <dgm:spPr/>
    </dgm:pt>
    <dgm:pt modelId="{2081EFEC-FAC5-402B-8476-10AF862ABC73}" type="pres">
      <dgm:prSet presAssocID="{5A9C9ECE-4E7E-484D-AAEE-B544CBBE5267}" presName="hierChild3" presStyleCnt="0"/>
      <dgm:spPr/>
    </dgm:pt>
  </dgm:ptLst>
  <dgm:cxnLst>
    <dgm:cxn modelId="{90581F02-5718-4432-9742-BF7264608DB3}" srcId="{9F5CB72B-A35D-41A7-98AA-06CF30D69E89}" destId="{D9B9F529-7B23-4658-8228-8EFA70A8E387}" srcOrd="0" destOrd="0" parTransId="{193ACE96-7C80-4DD2-8677-1DC6724E52D8}" sibTransId="{FD103AA3-FF27-4287-ADA5-4F6523F7D5F7}"/>
    <dgm:cxn modelId="{2677CF02-628B-4746-818C-ED763B37858D}" srcId="{A7ED2338-08F4-4616-A434-3B8CFFC8780A}" destId="{0A3F8D28-AACC-4FC2-B4B5-0C7AD8BE1259}" srcOrd="0" destOrd="0" parTransId="{501AD19C-E21A-484E-BCAB-9BFC5B37E754}" sibTransId="{027B60C7-7DE4-4C1A-B020-DAEA88472F8A}"/>
    <dgm:cxn modelId="{8A70DC0B-4E1F-424F-AA3A-BFB556EB81FE}" type="presOf" srcId="{3BD2C283-7E94-4BD5-9749-369E8BAA337E}" destId="{F62BB89C-073F-486A-BDCB-C9144E7DE671}" srcOrd="1" destOrd="0" presId="urn:microsoft.com/office/officeart/2005/8/layout/orgChart1"/>
    <dgm:cxn modelId="{AD520B12-9105-47E3-A6B6-425A2FCCA367}" type="presOf" srcId="{B681895F-8304-4041-ACC1-BEB05AF98182}" destId="{8A430EBA-C88B-4245-956E-400717C7A42F}" srcOrd="1" destOrd="0" presId="urn:microsoft.com/office/officeart/2005/8/layout/orgChart1"/>
    <dgm:cxn modelId="{F7CAAA2C-BDC8-4F84-BE21-33357BC229AE}" type="presOf" srcId="{D9B9F529-7B23-4658-8228-8EFA70A8E387}" destId="{378C40D6-DC76-4521-BF20-90EB5C798BAB}" srcOrd="1" destOrd="0" presId="urn:microsoft.com/office/officeart/2005/8/layout/orgChart1"/>
    <dgm:cxn modelId="{2D2E1137-C5D2-49A3-8EC7-D96207837393}" type="presOf" srcId="{6C5FB294-FCB8-4256-8D64-79A8E7349BF7}" destId="{5222E63F-9FEE-49C0-8690-EB7A2D2E44AD}" srcOrd="0" destOrd="0" presId="urn:microsoft.com/office/officeart/2005/8/layout/orgChart1"/>
    <dgm:cxn modelId="{E7AE363F-9AB4-49F0-A0B6-15A635878995}" srcId="{5A9C9ECE-4E7E-484D-AAEE-B544CBBE5267}" destId="{B681895F-8304-4041-ACC1-BEB05AF98182}" srcOrd="2" destOrd="0" parTransId="{D172A634-8F0A-4E15-8387-5B767C15DEF9}" sibTransId="{3A1D9765-56B6-4F25-9288-1B974C898670}"/>
    <dgm:cxn modelId="{8C952D40-483C-4DC7-B277-A77DD532BEF2}" type="presOf" srcId="{9F5CB72B-A35D-41A7-98AA-06CF30D69E89}" destId="{E3B3A067-1C4F-4F32-8FA1-5E3D1CDD3721}" srcOrd="1" destOrd="0" presId="urn:microsoft.com/office/officeart/2005/8/layout/orgChart1"/>
    <dgm:cxn modelId="{C204C248-32A4-4059-94F4-F8FE66E49B8C}" type="presOf" srcId="{501AD19C-E21A-484E-BCAB-9BFC5B37E754}" destId="{4BE98F93-7B39-4033-89C1-AE1D1012B095}" srcOrd="0" destOrd="0" presId="urn:microsoft.com/office/officeart/2005/8/layout/orgChart1"/>
    <dgm:cxn modelId="{FD5E3C4A-F400-4086-9903-94F1250560D5}" type="presOf" srcId="{0A3F8D28-AACC-4FC2-B4B5-0C7AD8BE1259}" destId="{E80D2B89-0CD5-429E-BEBF-FBCEB5AA986C}" srcOrd="0" destOrd="0" presId="urn:microsoft.com/office/officeart/2005/8/layout/orgChart1"/>
    <dgm:cxn modelId="{B1C49E4E-1A11-4FA2-93F4-3FCBB9BB27A3}" type="presOf" srcId="{3BD2C283-7E94-4BD5-9749-369E8BAA337E}" destId="{3685E721-8F13-49DC-BB28-1354E212A676}" srcOrd="0" destOrd="0" presId="urn:microsoft.com/office/officeart/2005/8/layout/orgChart1"/>
    <dgm:cxn modelId="{C90F6450-A1C3-452A-8E26-DE74A978AD4A}" srcId="{7250FF49-7041-4C04-A8A2-47EAA3CF68E3}" destId="{9F5CB72B-A35D-41A7-98AA-06CF30D69E89}" srcOrd="2" destOrd="0" parTransId="{D37EBB86-2259-4161-B9E0-498C278357CB}" sibTransId="{0B89ED20-AFE6-4BA9-B448-564694B8B610}"/>
    <dgm:cxn modelId="{32A70C54-76D6-40E6-906F-FE5BB0F9D098}" srcId="{8A939B0A-D162-4E9C-8DB4-27D14D42A036}" destId="{5A9C9ECE-4E7E-484D-AAEE-B544CBBE5267}" srcOrd="0" destOrd="0" parTransId="{C18400C1-4549-48EF-9A17-2E2443B48BE1}" sibTransId="{DFA0D251-F931-4272-AC98-88B1CFC3C6F7}"/>
    <dgm:cxn modelId="{3A176155-7970-4359-9B4E-81B5CCDD3DE4}" type="presOf" srcId="{F331FBC6-FC24-42E7-A597-3F3A894C818C}" destId="{AE8D7ED6-625E-4374-9A06-5DF22C702BC6}" srcOrd="0" destOrd="0" presId="urn:microsoft.com/office/officeart/2005/8/layout/orgChart1"/>
    <dgm:cxn modelId="{7975E659-56C7-45A3-A979-1D51CE7932F1}" type="presOf" srcId="{0DA253A3-1ED6-4599-924F-1342736CB339}" destId="{EC57D64E-49FA-4452-806B-B16580D54436}" srcOrd="0" destOrd="0" presId="urn:microsoft.com/office/officeart/2005/8/layout/orgChart1"/>
    <dgm:cxn modelId="{664D725A-83F6-4018-A86B-4E32A41A4F6E}" type="presOf" srcId="{84962E15-CAB6-440B-B2B8-631DC2943F63}" destId="{F8497126-FACB-41E8-B5FF-53E092E3C395}" srcOrd="1" destOrd="0" presId="urn:microsoft.com/office/officeart/2005/8/layout/orgChart1"/>
    <dgm:cxn modelId="{04B79E5A-14C4-4996-B795-F89050F79786}" type="presOf" srcId="{B681895F-8304-4041-ACC1-BEB05AF98182}" destId="{CA5DDB09-08B4-4908-8981-24E62BA4EA6D}" srcOrd="0" destOrd="0" presId="urn:microsoft.com/office/officeart/2005/8/layout/orgChart1"/>
    <dgm:cxn modelId="{F7222D5E-44C5-4748-9E67-8C76DDC1E41D}" srcId="{84962E15-CAB6-440B-B2B8-631DC2943F63}" destId="{F0D859D3-A13C-47A8-9625-6947DDF05AB5}" srcOrd="2" destOrd="0" parTransId="{439AE11B-2324-46ED-8AC2-0277F6AB7BD2}" sibTransId="{3A165EC4-D7A9-490E-A5EA-CAFC3177BB53}"/>
    <dgm:cxn modelId="{D9BFC55E-4E69-41D6-B17A-9CA1C8112855}" type="presOf" srcId="{5D098123-6031-47B6-B976-3E8DF3F20563}" destId="{FF5C2157-F8FB-4FFA-A945-1C3C1376EEA2}" srcOrd="0" destOrd="0" presId="urn:microsoft.com/office/officeart/2005/8/layout/orgChart1"/>
    <dgm:cxn modelId="{A09EBD62-DD11-45DA-B95F-848E13945E83}" type="presOf" srcId="{D172A634-8F0A-4E15-8387-5B767C15DEF9}" destId="{8C1010B3-7423-4569-85B5-92A2B031B381}" srcOrd="0" destOrd="0" presId="urn:microsoft.com/office/officeart/2005/8/layout/orgChart1"/>
    <dgm:cxn modelId="{0E59D367-05B7-43F1-B37E-F5F32A2F6323}" type="presOf" srcId="{0A3F8D28-AACC-4FC2-B4B5-0C7AD8BE1259}" destId="{A2275836-678C-4154-A4A2-4AFF09C4FE45}" srcOrd="1" destOrd="0" presId="urn:microsoft.com/office/officeart/2005/8/layout/orgChart1"/>
    <dgm:cxn modelId="{71A6226A-8723-4B86-826C-D49BC45305EC}" srcId="{5A9C9ECE-4E7E-484D-AAEE-B544CBBE5267}" destId="{5D098123-6031-47B6-B976-3E8DF3F20563}" srcOrd="3" destOrd="0" parTransId="{0DA253A3-1ED6-4599-924F-1342736CB339}" sibTransId="{AC374D1F-9541-414C-ACD4-B47CD41C6E68}"/>
    <dgm:cxn modelId="{91694570-EC93-4A32-89A3-D1010BF07EBF}" type="presOf" srcId="{7250FF49-7041-4C04-A8A2-47EAA3CF68E3}" destId="{83AD6314-B879-4416-9AC4-9F1DC9AAC35D}" srcOrd="0" destOrd="0" presId="urn:microsoft.com/office/officeart/2005/8/layout/orgChart1"/>
    <dgm:cxn modelId="{C23ED47E-F806-4D9E-BB2A-E7CE2247036B}" type="presOf" srcId="{5A9C9ECE-4E7E-484D-AAEE-B544CBBE5267}" destId="{A1462658-AF5A-457C-88E7-D24907DA29B5}" srcOrd="1" destOrd="0" presId="urn:microsoft.com/office/officeart/2005/8/layout/orgChart1"/>
    <dgm:cxn modelId="{D8EFE180-3E24-408A-A8BE-26D7D444AC5E}" type="presOf" srcId="{2A94FD96-7ACA-4E3E-97B3-3666E3413291}" destId="{0374182C-A4AB-47A5-BF0E-1D8A8049DD9B}" srcOrd="1" destOrd="0" presId="urn:microsoft.com/office/officeart/2005/8/layout/orgChart1"/>
    <dgm:cxn modelId="{9EF55783-F9A3-45BE-BA26-5E86F6F4E156}" type="presOf" srcId="{D34C8378-217F-4B6A-B113-82068511B324}" destId="{CA3A2A72-02C2-4D3E-8B0D-189DD8280121}" srcOrd="0" destOrd="0" presId="urn:microsoft.com/office/officeart/2005/8/layout/orgChart1"/>
    <dgm:cxn modelId="{6A7C7F84-9E56-4357-BE9F-A178063DE1C2}" type="presOf" srcId="{37905042-CD54-4AB6-B6AA-830E67CFE76C}" destId="{C0630CBA-4950-4E52-A631-1A193AAD2B31}" srcOrd="0" destOrd="0" presId="urn:microsoft.com/office/officeart/2005/8/layout/orgChart1"/>
    <dgm:cxn modelId="{DE965B8B-38CC-46A3-99F8-C09CD07754CA}" type="presOf" srcId="{D37EBB86-2259-4161-B9E0-498C278357CB}" destId="{12698050-BB36-4D68-8A72-E58CBA8BC7FC}" srcOrd="0" destOrd="0" presId="urn:microsoft.com/office/officeart/2005/8/layout/orgChart1"/>
    <dgm:cxn modelId="{7B32E78E-F1EA-4C9F-87B0-F2B7C943161E}" type="presOf" srcId="{6C5FB294-FCB8-4256-8D64-79A8E7349BF7}" destId="{759DE821-A806-485A-B8A2-47152A6081B0}" srcOrd="1" destOrd="0" presId="urn:microsoft.com/office/officeart/2005/8/layout/orgChart1"/>
    <dgm:cxn modelId="{A29E778F-EBAD-4297-BF2D-BFAA7E779D4A}" type="presOf" srcId="{EC278A12-909E-4655-88E7-F7FC6F098998}" destId="{9DD6F0EF-DE67-483A-804F-D8EA8E18ACA7}" srcOrd="0" destOrd="0" presId="urn:microsoft.com/office/officeart/2005/8/layout/orgChart1"/>
    <dgm:cxn modelId="{9036C190-23F5-4791-AADA-8B21E68AE193}" type="presOf" srcId="{830854A3-0674-4FD6-8477-C2A390C426AF}" destId="{061ACB0F-7AE0-420C-9A12-894612F11681}" srcOrd="0" destOrd="0" presId="urn:microsoft.com/office/officeart/2005/8/layout/orgChart1"/>
    <dgm:cxn modelId="{301B5F91-CF2D-4AA5-BF4E-B7C90EC59BA8}" srcId="{7250FF49-7041-4C04-A8A2-47EAA3CF68E3}" destId="{2A94FD96-7ACA-4E3E-97B3-3666E3413291}" srcOrd="1" destOrd="0" parTransId="{37905042-CD54-4AB6-B6AA-830E67CFE76C}" sibTransId="{9C3E6B94-1193-4988-AF1E-7F91F36E3818}"/>
    <dgm:cxn modelId="{F8BCE793-7E21-40AA-B9AD-A5193AF7C5F4}" srcId="{84962E15-CAB6-440B-B2B8-631DC2943F63}" destId="{6C5FB294-FCB8-4256-8D64-79A8E7349BF7}" srcOrd="1" destOrd="0" parTransId="{830854A3-0674-4FD6-8477-C2A390C426AF}" sibTransId="{CF8E7A9D-1FF5-4CB6-84F0-A405E2CC050E}"/>
    <dgm:cxn modelId="{2DCE8E97-8E4D-419C-9DB1-1BBFAC6E7B6C}" type="presOf" srcId="{5A9C9ECE-4E7E-484D-AAEE-B544CBBE5267}" destId="{E15050B2-88F8-462B-ABAA-97C9D7ED2B93}" srcOrd="0" destOrd="0" presId="urn:microsoft.com/office/officeart/2005/8/layout/orgChart1"/>
    <dgm:cxn modelId="{75BE4DA2-1181-4002-9E30-037FA3991776}" srcId="{7250FF49-7041-4C04-A8A2-47EAA3CF68E3}" destId="{EC278A12-909E-4655-88E7-F7FC6F098998}" srcOrd="0" destOrd="0" parTransId="{F42CD1A1-F896-4C28-A476-91F382076B2A}" sibTransId="{389C1B36-EA65-4767-B934-243AC3D8C549}"/>
    <dgm:cxn modelId="{21CC99A7-5867-4285-B198-F021D132F424}" type="presOf" srcId="{A7ED2338-08F4-4616-A434-3B8CFFC8780A}" destId="{AA34BE2E-FC84-4090-AAC2-3368543E2781}" srcOrd="0" destOrd="0" presId="urn:microsoft.com/office/officeart/2005/8/layout/orgChart1"/>
    <dgm:cxn modelId="{A70664B1-3966-4F47-82D7-E73AD1E4E4F5}" type="presOf" srcId="{8A939B0A-D162-4E9C-8DB4-27D14D42A036}" destId="{A4012437-E92D-46F2-9904-1D42B3E46CFC}" srcOrd="0" destOrd="0" presId="urn:microsoft.com/office/officeart/2005/8/layout/orgChart1"/>
    <dgm:cxn modelId="{7480C8B8-FD1B-49D8-9C71-79F270A50E34}" type="presOf" srcId="{9F5CB72B-A35D-41A7-98AA-06CF30D69E89}" destId="{7FA757EC-2723-434F-BE24-861DF2387C73}" srcOrd="0" destOrd="0" presId="urn:microsoft.com/office/officeart/2005/8/layout/orgChart1"/>
    <dgm:cxn modelId="{472BB7C3-9B18-49CA-B7F8-82F285D3AA04}" srcId="{5A9C9ECE-4E7E-484D-AAEE-B544CBBE5267}" destId="{A7ED2338-08F4-4616-A434-3B8CFFC8780A}" srcOrd="1" destOrd="0" parTransId="{D34C8378-217F-4B6A-B113-82068511B324}" sibTransId="{153D05CC-920D-41F3-93C2-AE98036EB540}"/>
    <dgm:cxn modelId="{0C5AADC7-A498-41DA-9A9A-328F407692E3}" type="presOf" srcId="{F0D859D3-A13C-47A8-9625-6947DDF05AB5}" destId="{4E02DAFC-DDFC-4E0D-A397-D66AC4CDE3EA}" srcOrd="1" destOrd="0" presId="urn:microsoft.com/office/officeart/2005/8/layout/orgChart1"/>
    <dgm:cxn modelId="{DAE953D0-8539-4597-A345-C1F9E74C52CB}" type="presOf" srcId="{84962E15-CAB6-440B-B2B8-631DC2943F63}" destId="{1A61A3F9-484A-4034-9D5D-961CD5F008F4}" srcOrd="0" destOrd="0" presId="urn:microsoft.com/office/officeart/2005/8/layout/orgChart1"/>
    <dgm:cxn modelId="{F8894DD6-B086-40A5-8641-5417E3F69ECC}" type="presOf" srcId="{439AE11B-2324-46ED-8AC2-0277F6AB7BD2}" destId="{31E2490A-8F2E-474A-9B86-D488AF39B84A}" srcOrd="0" destOrd="0" presId="urn:microsoft.com/office/officeart/2005/8/layout/orgChart1"/>
    <dgm:cxn modelId="{451026DA-16BB-4661-B75A-CF73A3B67C20}" type="presOf" srcId="{D9B9F529-7B23-4658-8228-8EFA70A8E387}" destId="{A76D1DC8-2216-4F7B-B9E7-D4ABBA46FA96}" srcOrd="0" destOrd="0" presId="urn:microsoft.com/office/officeart/2005/8/layout/orgChart1"/>
    <dgm:cxn modelId="{F41BFEDC-9DAB-4205-BF61-BF86AAB96C38}" srcId="{A7ED2338-08F4-4616-A434-3B8CFFC8780A}" destId="{84962E15-CAB6-440B-B2B8-631DC2943F63}" srcOrd="1" destOrd="0" parTransId="{E238A16F-FE16-4584-B802-4C93AE69B5C3}" sibTransId="{483F9773-9518-4EAE-96EA-069E0A883FA7}"/>
    <dgm:cxn modelId="{B16F60DE-9B59-48E8-AD04-A1C683F480CD}" type="presOf" srcId="{EC278A12-909E-4655-88E7-F7FC6F098998}" destId="{3197D998-44A5-4DEE-A505-EA65B8E1C2F6}" srcOrd="1" destOrd="0" presId="urn:microsoft.com/office/officeart/2005/8/layout/orgChart1"/>
    <dgm:cxn modelId="{39D5F5DE-B234-40C5-83CC-0DD75BFFBFBF}" type="presOf" srcId="{2A94FD96-7ACA-4E3E-97B3-3666E3413291}" destId="{2EEA523E-5E73-41FA-94C3-F908A226C098}" srcOrd="0" destOrd="0" presId="urn:microsoft.com/office/officeart/2005/8/layout/orgChart1"/>
    <dgm:cxn modelId="{58ABA6DF-CAD2-4CCD-9BCD-055F62B54F80}" type="presOf" srcId="{F0D859D3-A13C-47A8-9625-6947DDF05AB5}" destId="{4EDA75B9-89D1-4F08-B5A4-D9596EDD1E0F}" srcOrd="0" destOrd="0" presId="urn:microsoft.com/office/officeart/2005/8/layout/orgChart1"/>
    <dgm:cxn modelId="{3E4B16E3-FD69-4013-9F26-EB4A09FC37D7}" type="presOf" srcId="{F570724D-E427-4DCA-8676-D6381F735015}" destId="{7A01391E-93CE-40FA-9452-C796910618C1}" srcOrd="0" destOrd="0" presId="urn:microsoft.com/office/officeart/2005/8/layout/orgChart1"/>
    <dgm:cxn modelId="{385D97E5-6D47-4D87-8832-931C5D843874}" type="presOf" srcId="{193ACE96-7C80-4DD2-8677-1DC6724E52D8}" destId="{3C504FCB-2E6E-4DA6-9C88-4DE299D3BD5A}" srcOrd="0" destOrd="0" presId="urn:microsoft.com/office/officeart/2005/8/layout/orgChart1"/>
    <dgm:cxn modelId="{B49835E7-4F59-4DDC-8D38-668BBEAC35FB}" type="presOf" srcId="{E238A16F-FE16-4584-B802-4C93AE69B5C3}" destId="{74424E00-2D8D-4130-9C33-77997EC7227D}" srcOrd="0" destOrd="0" presId="urn:microsoft.com/office/officeart/2005/8/layout/orgChart1"/>
    <dgm:cxn modelId="{8B8A9FEA-D279-492F-A721-5087152169EE}" type="presOf" srcId="{7250FF49-7041-4C04-A8A2-47EAA3CF68E3}" destId="{F1E4D8ED-F937-4E35-A727-E5B8FF6DC4E6}" srcOrd="1" destOrd="0" presId="urn:microsoft.com/office/officeart/2005/8/layout/orgChart1"/>
    <dgm:cxn modelId="{92956DEC-E47A-4B95-B168-141DEF0D0CED}" srcId="{5A9C9ECE-4E7E-484D-AAEE-B544CBBE5267}" destId="{7250FF49-7041-4C04-A8A2-47EAA3CF68E3}" srcOrd="0" destOrd="0" parTransId="{F570724D-E427-4DCA-8676-D6381F735015}" sibTransId="{5EA3FD9D-A666-4E31-83A8-8474352E257E}"/>
    <dgm:cxn modelId="{4C36BCF2-1275-4909-9D20-82482771A4AB}" srcId="{84962E15-CAB6-440B-B2B8-631DC2943F63}" destId="{3BD2C283-7E94-4BD5-9749-369E8BAA337E}" srcOrd="0" destOrd="0" parTransId="{F331FBC6-FC24-42E7-A597-3F3A894C818C}" sibTransId="{6E8CA64A-FB4F-4873-9191-1A692380EEC2}"/>
    <dgm:cxn modelId="{7EF0BFF6-DE14-4AB8-AE82-FC41EB24D177}" type="presOf" srcId="{5D098123-6031-47B6-B976-3E8DF3F20563}" destId="{DDB66660-EAC5-4990-B4C4-984612330EBB}" srcOrd="1" destOrd="0" presId="urn:microsoft.com/office/officeart/2005/8/layout/orgChart1"/>
    <dgm:cxn modelId="{671958F7-F79A-487D-BE55-EE4AB69AF593}" type="presOf" srcId="{A7ED2338-08F4-4616-A434-3B8CFFC8780A}" destId="{A61E6E0A-AD4D-44C1-B15A-E214C1CA42F3}" srcOrd="1" destOrd="0" presId="urn:microsoft.com/office/officeart/2005/8/layout/orgChart1"/>
    <dgm:cxn modelId="{8FBC74FD-8C43-4E57-A011-C102BDB0D0C8}" type="presOf" srcId="{F42CD1A1-F896-4C28-A476-91F382076B2A}" destId="{0C772841-D993-471A-885D-64C5F3629BFB}" srcOrd="0" destOrd="0" presId="urn:microsoft.com/office/officeart/2005/8/layout/orgChart1"/>
    <dgm:cxn modelId="{2B174D1E-3B7D-4440-BFD4-2DB1729CFA88}" type="presParOf" srcId="{A4012437-E92D-46F2-9904-1D42B3E46CFC}" destId="{854D2E29-AA0F-4FCD-BC0F-34D04C174400}" srcOrd="0" destOrd="0" presId="urn:microsoft.com/office/officeart/2005/8/layout/orgChart1"/>
    <dgm:cxn modelId="{4D5B1FFC-AB4C-4E45-9FA9-2EBA1FDDD260}" type="presParOf" srcId="{854D2E29-AA0F-4FCD-BC0F-34D04C174400}" destId="{1FCE368B-5EC7-47B6-960A-6FBA0783E5C7}" srcOrd="0" destOrd="0" presId="urn:microsoft.com/office/officeart/2005/8/layout/orgChart1"/>
    <dgm:cxn modelId="{206CE95F-2540-48DD-8224-26B1CA6583F2}" type="presParOf" srcId="{1FCE368B-5EC7-47B6-960A-6FBA0783E5C7}" destId="{E15050B2-88F8-462B-ABAA-97C9D7ED2B93}" srcOrd="0" destOrd="0" presId="urn:microsoft.com/office/officeart/2005/8/layout/orgChart1"/>
    <dgm:cxn modelId="{386F8C96-43C4-4E22-83FA-BA714083FEAA}" type="presParOf" srcId="{1FCE368B-5EC7-47B6-960A-6FBA0783E5C7}" destId="{A1462658-AF5A-457C-88E7-D24907DA29B5}" srcOrd="1" destOrd="0" presId="urn:microsoft.com/office/officeart/2005/8/layout/orgChart1"/>
    <dgm:cxn modelId="{6B22B9B3-E5A2-4441-B37A-AE9521ED7BD5}" type="presParOf" srcId="{854D2E29-AA0F-4FCD-BC0F-34D04C174400}" destId="{6374C418-0719-49E8-9578-FE7456696479}" srcOrd="1" destOrd="0" presId="urn:microsoft.com/office/officeart/2005/8/layout/orgChart1"/>
    <dgm:cxn modelId="{6E4F4A7C-0581-4E82-B830-287F1D5BC159}" type="presParOf" srcId="{6374C418-0719-49E8-9578-FE7456696479}" destId="{7A01391E-93CE-40FA-9452-C796910618C1}" srcOrd="0" destOrd="0" presId="urn:microsoft.com/office/officeart/2005/8/layout/orgChart1"/>
    <dgm:cxn modelId="{CE0F0FA6-7E50-4C7D-B42E-D4703B779409}" type="presParOf" srcId="{6374C418-0719-49E8-9578-FE7456696479}" destId="{B3291B27-8049-4E75-BBDE-1A766A582185}" srcOrd="1" destOrd="0" presId="urn:microsoft.com/office/officeart/2005/8/layout/orgChart1"/>
    <dgm:cxn modelId="{DAB7894C-F6E3-48FC-80BA-B084B4F02FB4}" type="presParOf" srcId="{B3291B27-8049-4E75-BBDE-1A766A582185}" destId="{9A38FF12-D4B6-44AA-BF47-AEA20C91D378}" srcOrd="0" destOrd="0" presId="urn:microsoft.com/office/officeart/2005/8/layout/orgChart1"/>
    <dgm:cxn modelId="{24F7940B-07DB-4CF9-8282-64C5BADC0E9A}" type="presParOf" srcId="{9A38FF12-D4B6-44AA-BF47-AEA20C91D378}" destId="{83AD6314-B879-4416-9AC4-9F1DC9AAC35D}" srcOrd="0" destOrd="0" presId="urn:microsoft.com/office/officeart/2005/8/layout/orgChart1"/>
    <dgm:cxn modelId="{10E42B8F-A429-4A00-8C9A-0C925D89CDC1}" type="presParOf" srcId="{9A38FF12-D4B6-44AA-BF47-AEA20C91D378}" destId="{F1E4D8ED-F937-4E35-A727-E5B8FF6DC4E6}" srcOrd="1" destOrd="0" presId="urn:microsoft.com/office/officeart/2005/8/layout/orgChart1"/>
    <dgm:cxn modelId="{13AE8318-05F6-4C62-8267-CA11ECF41EF5}" type="presParOf" srcId="{B3291B27-8049-4E75-BBDE-1A766A582185}" destId="{E7D677C3-B39A-47B6-AEA6-1D585FED1E21}" srcOrd="1" destOrd="0" presId="urn:microsoft.com/office/officeart/2005/8/layout/orgChart1"/>
    <dgm:cxn modelId="{CAB716B6-6D7E-4C8C-B5AE-E4DA82F8B954}" type="presParOf" srcId="{E7D677C3-B39A-47B6-AEA6-1D585FED1E21}" destId="{0C772841-D993-471A-885D-64C5F3629BFB}" srcOrd="0" destOrd="0" presId="urn:microsoft.com/office/officeart/2005/8/layout/orgChart1"/>
    <dgm:cxn modelId="{3C68FC03-A0E8-4CE9-AB06-6EA214632D45}" type="presParOf" srcId="{E7D677C3-B39A-47B6-AEA6-1D585FED1E21}" destId="{A6D797FC-1BAE-42E9-9EBA-950665B937E9}" srcOrd="1" destOrd="0" presId="urn:microsoft.com/office/officeart/2005/8/layout/orgChart1"/>
    <dgm:cxn modelId="{DEFAB5FC-BCF5-4D79-A4CD-615CEAB4BD11}" type="presParOf" srcId="{A6D797FC-1BAE-42E9-9EBA-950665B937E9}" destId="{B0AE7B89-4CF4-4FCF-96DF-E1AF722F25B9}" srcOrd="0" destOrd="0" presId="urn:microsoft.com/office/officeart/2005/8/layout/orgChart1"/>
    <dgm:cxn modelId="{4D0F5B22-00AB-4BCB-A6A9-C00ABBDBEB0D}" type="presParOf" srcId="{B0AE7B89-4CF4-4FCF-96DF-E1AF722F25B9}" destId="{9DD6F0EF-DE67-483A-804F-D8EA8E18ACA7}" srcOrd="0" destOrd="0" presId="urn:microsoft.com/office/officeart/2005/8/layout/orgChart1"/>
    <dgm:cxn modelId="{0767880E-7763-4A50-9360-4DCD52C24B0E}" type="presParOf" srcId="{B0AE7B89-4CF4-4FCF-96DF-E1AF722F25B9}" destId="{3197D998-44A5-4DEE-A505-EA65B8E1C2F6}" srcOrd="1" destOrd="0" presId="urn:microsoft.com/office/officeart/2005/8/layout/orgChart1"/>
    <dgm:cxn modelId="{051F7022-EEC3-492A-AA66-4E96ABEE5883}" type="presParOf" srcId="{A6D797FC-1BAE-42E9-9EBA-950665B937E9}" destId="{E3D4D6ED-52B2-4A4F-9220-80761E33A197}" srcOrd="1" destOrd="0" presId="urn:microsoft.com/office/officeart/2005/8/layout/orgChart1"/>
    <dgm:cxn modelId="{7E9BF4C0-EBF3-41F2-9E72-8F533A36217E}" type="presParOf" srcId="{A6D797FC-1BAE-42E9-9EBA-950665B937E9}" destId="{BC590AB5-E9A1-4624-9F3C-01321FEEE14A}" srcOrd="2" destOrd="0" presId="urn:microsoft.com/office/officeart/2005/8/layout/orgChart1"/>
    <dgm:cxn modelId="{2E3DEFBC-F8CB-4ADF-905F-1CAEC2397DBC}" type="presParOf" srcId="{E7D677C3-B39A-47B6-AEA6-1D585FED1E21}" destId="{C0630CBA-4950-4E52-A631-1A193AAD2B31}" srcOrd="2" destOrd="0" presId="urn:microsoft.com/office/officeart/2005/8/layout/orgChart1"/>
    <dgm:cxn modelId="{F071375E-C76F-4D7E-A865-6E9CA5B697E8}" type="presParOf" srcId="{E7D677C3-B39A-47B6-AEA6-1D585FED1E21}" destId="{B47E6339-9A1D-4947-903E-82A6B64A1C8D}" srcOrd="3" destOrd="0" presId="urn:microsoft.com/office/officeart/2005/8/layout/orgChart1"/>
    <dgm:cxn modelId="{4CCEC0C8-B22B-4436-B020-CD7C7FFEFAAC}" type="presParOf" srcId="{B47E6339-9A1D-4947-903E-82A6B64A1C8D}" destId="{6AF0632F-3547-4FCE-92EC-A7CAED4C5E62}" srcOrd="0" destOrd="0" presId="urn:microsoft.com/office/officeart/2005/8/layout/orgChart1"/>
    <dgm:cxn modelId="{2584B1DA-B1DA-4FEB-81DF-F5B564F7363E}" type="presParOf" srcId="{6AF0632F-3547-4FCE-92EC-A7CAED4C5E62}" destId="{2EEA523E-5E73-41FA-94C3-F908A226C098}" srcOrd="0" destOrd="0" presId="urn:microsoft.com/office/officeart/2005/8/layout/orgChart1"/>
    <dgm:cxn modelId="{8EBDE728-5D02-41DC-9649-6FA2FDDC3F9E}" type="presParOf" srcId="{6AF0632F-3547-4FCE-92EC-A7CAED4C5E62}" destId="{0374182C-A4AB-47A5-BF0E-1D8A8049DD9B}" srcOrd="1" destOrd="0" presId="urn:microsoft.com/office/officeart/2005/8/layout/orgChart1"/>
    <dgm:cxn modelId="{E32354D1-38CD-430A-9D82-AE0E39403897}" type="presParOf" srcId="{B47E6339-9A1D-4947-903E-82A6B64A1C8D}" destId="{E7CDFB16-B824-484B-9A2B-A34948E85427}" srcOrd="1" destOrd="0" presId="urn:microsoft.com/office/officeart/2005/8/layout/orgChart1"/>
    <dgm:cxn modelId="{70C01855-8BC3-4176-B097-08AF90D9E484}" type="presParOf" srcId="{B47E6339-9A1D-4947-903E-82A6B64A1C8D}" destId="{5C0CACC4-0138-44E4-A571-53C834DD13A8}" srcOrd="2" destOrd="0" presId="urn:microsoft.com/office/officeart/2005/8/layout/orgChart1"/>
    <dgm:cxn modelId="{CDF2166B-6D1A-4225-BE50-D680F96DFF85}" type="presParOf" srcId="{E7D677C3-B39A-47B6-AEA6-1D585FED1E21}" destId="{12698050-BB36-4D68-8A72-E58CBA8BC7FC}" srcOrd="4" destOrd="0" presId="urn:microsoft.com/office/officeart/2005/8/layout/orgChart1"/>
    <dgm:cxn modelId="{998F9AF5-6148-43B0-8AD9-EE43D11F184E}" type="presParOf" srcId="{E7D677C3-B39A-47B6-AEA6-1D585FED1E21}" destId="{823221D7-9F1B-4498-8401-B108CCB9167C}" srcOrd="5" destOrd="0" presId="urn:microsoft.com/office/officeart/2005/8/layout/orgChart1"/>
    <dgm:cxn modelId="{FAAB2CCE-2F78-4F11-A4AD-3CF54C57853F}" type="presParOf" srcId="{823221D7-9F1B-4498-8401-B108CCB9167C}" destId="{2545282A-DDAD-4828-BE8A-B3E3F56489ED}" srcOrd="0" destOrd="0" presId="urn:microsoft.com/office/officeart/2005/8/layout/orgChart1"/>
    <dgm:cxn modelId="{DA56ECB8-62B9-459B-8018-C0FADAE283A1}" type="presParOf" srcId="{2545282A-DDAD-4828-BE8A-B3E3F56489ED}" destId="{7FA757EC-2723-434F-BE24-861DF2387C73}" srcOrd="0" destOrd="0" presId="urn:microsoft.com/office/officeart/2005/8/layout/orgChart1"/>
    <dgm:cxn modelId="{D10BEE84-B420-4A9D-991B-8EE35B520AE7}" type="presParOf" srcId="{2545282A-DDAD-4828-BE8A-B3E3F56489ED}" destId="{E3B3A067-1C4F-4F32-8FA1-5E3D1CDD3721}" srcOrd="1" destOrd="0" presId="urn:microsoft.com/office/officeart/2005/8/layout/orgChart1"/>
    <dgm:cxn modelId="{56E47E6E-43EC-4FA4-BCA1-2ABC46A6173E}" type="presParOf" srcId="{823221D7-9F1B-4498-8401-B108CCB9167C}" destId="{A14A263A-F0A6-49CF-B859-9A5051774407}" srcOrd="1" destOrd="0" presId="urn:microsoft.com/office/officeart/2005/8/layout/orgChart1"/>
    <dgm:cxn modelId="{388E3E43-379A-4CD5-A223-4233CAD0CD00}" type="presParOf" srcId="{A14A263A-F0A6-49CF-B859-9A5051774407}" destId="{3C504FCB-2E6E-4DA6-9C88-4DE299D3BD5A}" srcOrd="0" destOrd="0" presId="urn:microsoft.com/office/officeart/2005/8/layout/orgChart1"/>
    <dgm:cxn modelId="{4655C53F-C41A-44FF-9E1D-3204E067C54C}" type="presParOf" srcId="{A14A263A-F0A6-49CF-B859-9A5051774407}" destId="{F7D4E092-1D54-48A2-B110-A9BFD401B26C}" srcOrd="1" destOrd="0" presId="urn:microsoft.com/office/officeart/2005/8/layout/orgChart1"/>
    <dgm:cxn modelId="{2DEE47F9-482F-445C-96FB-E0296D3A5AC7}" type="presParOf" srcId="{F7D4E092-1D54-48A2-B110-A9BFD401B26C}" destId="{C87C8F5B-FE32-4E65-8C6D-2D38BAE18961}" srcOrd="0" destOrd="0" presId="urn:microsoft.com/office/officeart/2005/8/layout/orgChart1"/>
    <dgm:cxn modelId="{F64C642D-7C92-48D2-ABAF-A507020E590D}" type="presParOf" srcId="{C87C8F5B-FE32-4E65-8C6D-2D38BAE18961}" destId="{A76D1DC8-2216-4F7B-B9E7-D4ABBA46FA96}" srcOrd="0" destOrd="0" presId="urn:microsoft.com/office/officeart/2005/8/layout/orgChart1"/>
    <dgm:cxn modelId="{D93D3203-D384-415D-96BD-84CA8EAA8EFE}" type="presParOf" srcId="{C87C8F5B-FE32-4E65-8C6D-2D38BAE18961}" destId="{378C40D6-DC76-4521-BF20-90EB5C798BAB}" srcOrd="1" destOrd="0" presId="urn:microsoft.com/office/officeart/2005/8/layout/orgChart1"/>
    <dgm:cxn modelId="{A0C7D1BE-BBBB-442B-8F25-B6505110598C}" type="presParOf" srcId="{F7D4E092-1D54-48A2-B110-A9BFD401B26C}" destId="{E8E6E61D-F75F-4A34-A78C-457C479280E5}" srcOrd="1" destOrd="0" presId="urn:microsoft.com/office/officeart/2005/8/layout/orgChart1"/>
    <dgm:cxn modelId="{D115D097-1EFA-43FD-9450-E7208B3893FC}" type="presParOf" srcId="{F7D4E092-1D54-48A2-B110-A9BFD401B26C}" destId="{5AED2E24-BCF3-413E-989A-2748C3367791}" srcOrd="2" destOrd="0" presId="urn:microsoft.com/office/officeart/2005/8/layout/orgChart1"/>
    <dgm:cxn modelId="{F9C7371A-E611-4079-B442-5A50B650F760}" type="presParOf" srcId="{823221D7-9F1B-4498-8401-B108CCB9167C}" destId="{5644CC13-E5BF-4E6A-8163-A242F47CC8EC}" srcOrd="2" destOrd="0" presId="urn:microsoft.com/office/officeart/2005/8/layout/orgChart1"/>
    <dgm:cxn modelId="{F4830DE0-1C95-4F3C-8AC0-6CC23749FDFB}" type="presParOf" srcId="{B3291B27-8049-4E75-BBDE-1A766A582185}" destId="{49E3F010-FDA7-43B3-8BA3-659B43EC86D2}" srcOrd="2" destOrd="0" presId="urn:microsoft.com/office/officeart/2005/8/layout/orgChart1"/>
    <dgm:cxn modelId="{FE1B6685-DE50-4D06-AB13-86E5B9FC69C8}" type="presParOf" srcId="{6374C418-0719-49E8-9578-FE7456696479}" destId="{CA3A2A72-02C2-4D3E-8B0D-189DD8280121}" srcOrd="2" destOrd="0" presId="urn:microsoft.com/office/officeart/2005/8/layout/orgChart1"/>
    <dgm:cxn modelId="{ED27F900-B529-49B2-BEAF-5E683E0D147F}" type="presParOf" srcId="{6374C418-0719-49E8-9578-FE7456696479}" destId="{5E55806C-03CF-4633-A763-321278846BEB}" srcOrd="3" destOrd="0" presId="urn:microsoft.com/office/officeart/2005/8/layout/orgChart1"/>
    <dgm:cxn modelId="{8854E821-7206-41B3-B1C2-545F25EFCA3A}" type="presParOf" srcId="{5E55806C-03CF-4633-A763-321278846BEB}" destId="{94D5CE2C-1AE1-4BFE-A544-A314ABCF6C91}" srcOrd="0" destOrd="0" presId="urn:microsoft.com/office/officeart/2005/8/layout/orgChart1"/>
    <dgm:cxn modelId="{9AC06843-B2A2-4321-BE52-2B070AAE6752}" type="presParOf" srcId="{94D5CE2C-1AE1-4BFE-A544-A314ABCF6C91}" destId="{AA34BE2E-FC84-4090-AAC2-3368543E2781}" srcOrd="0" destOrd="0" presId="urn:microsoft.com/office/officeart/2005/8/layout/orgChart1"/>
    <dgm:cxn modelId="{7AFA5FEB-E9D8-4DC9-B437-B38AA09653A8}" type="presParOf" srcId="{94D5CE2C-1AE1-4BFE-A544-A314ABCF6C91}" destId="{A61E6E0A-AD4D-44C1-B15A-E214C1CA42F3}" srcOrd="1" destOrd="0" presId="urn:microsoft.com/office/officeart/2005/8/layout/orgChart1"/>
    <dgm:cxn modelId="{A6260910-C75D-4A4D-AECB-9E602FCC6B5B}" type="presParOf" srcId="{5E55806C-03CF-4633-A763-321278846BEB}" destId="{CFA60464-BE13-4D4F-BDA0-D0A0329B2488}" srcOrd="1" destOrd="0" presId="urn:microsoft.com/office/officeart/2005/8/layout/orgChart1"/>
    <dgm:cxn modelId="{5EF5BD6F-6F4F-4278-AAA5-C872889DF730}" type="presParOf" srcId="{CFA60464-BE13-4D4F-BDA0-D0A0329B2488}" destId="{4BE98F93-7B39-4033-89C1-AE1D1012B095}" srcOrd="0" destOrd="0" presId="urn:microsoft.com/office/officeart/2005/8/layout/orgChart1"/>
    <dgm:cxn modelId="{07E26FC7-610A-4B2A-8A23-857435CBAD13}" type="presParOf" srcId="{CFA60464-BE13-4D4F-BDA0-D0A0329B2488}" destId="{012B2C30-9B84-4DB8-83CC-BF026E0BC38E}" srcOrd="1" destOrd="0" presId="urn:microsoft.com/office/officeart/2005/8/layout/orgChart1"/>
    <dgm:cxn modelId="{98F98CF2-4A5F-4BA0-BE51-81D0361B61C9}" type="presParOf" srcId="{012B2C30-9B84-4DB8-83CC-BF026E0BC38E}" destId="{3ED56C27-3F69-4083-B00F-148BC65AF4CC}" srcOrd="0" destOrd="0" presId="urn:microsoft.com/office/officeart/2005/8/layout/orgChart1"/>
    <dgm:cxn modelId="{D4721186-AAF1-46AD-BBF6-4398EFC4F5A8}" type="presParOf" srcId="{3ED56C27-3F69-4083-B00F-148BC65AF4CC}" destId="{E80D2B89-0CD5-429E-BEBF-FBCEB5AA986C}" srcOrd="0" destOrd="0" presId="urn:microsoft.com/office/officeart/2005/8/layout/orgChart1"/>
    <dgm:cxn modelId="{DB8E640A-5FF6-41CD-A31F-6BCEFAD9DB4A}" type="presParOf" srcId="{3ED56C27-3F69-4083-B00F-148BC65AF4CC}" destId="{A2275836-678C-4154-A4A2-4AFF09C4FE45}" srcOrd="1" destOrd="0" presId="urn:microsoft.com/office/officeart/2005/8/layout/orgChart1"/>
    <dgm:cxn modelId="{DE2B78C7-08B5-4D0D-B43D-AE6B26462B74}" type="presParOf" srcId="{012B2C30-9B84-4DB8-83CC-BF026E0BC38E}" destId="{034F5BE6-A3DC-4E2F-9768-B05E9866C107}" srcOrd="1" destOrd="0" presId="urn:microsoft.com/office/officeart/2005/8/layout/orgChart1"/>
    <dgm:cxn modelId="{4031B1C1-72E2-47DA-BF92-90AF74AF3688}" type="presParOf" srcId="{012B2C30-9B84-4DB8-83CC-BF026E0BC38E}" destId="{7A0882ED-E778-4CC1-A87D-A1E4D55C443B}" srcOrd="2" destOrd="0" presId="urn:microsoft.com/office/officeart/2005/8/layout/orgChart1"/>
    <dgm:cxn modelId="{6B387FC6-E443-4D2D-A2F0-A3A7EF6F488B}" type="presParOf" srcId="{CFA60464-BE13-4D4F-BDA0-D0A0329B2488}" destId="{74424E00-2D8D-4130-9C33-77997EC7227D}" srcOrd="2" destOrd="0" presId="urn:microsoft.com/office/officeart/2005/8/layout/orgChart1"/>
    <dgm:cxn modelId="{002E0123-5189-4824-8D27-C9953BF12132}" type="presParOf" srcId="{CFA60464-BE13-4D4F-BDA0-D0A0329B2488}" destId="{5187795E-6932-498E-B048-ED7A6B6E90C8}" srcOrd="3" destOrd="0" presId="urn:microsoft.com/office/officeart/2005/8/layout/orgChart1"/>
    <dgm:cxn modelId="{75C4F02F-0772-42E0-9DC4-4FABCD634A6D}" type="presParOf" srcId="{5187795E-6932-498E-B048-ED7A6B6E90C8}" destId="{BB42B395-BFBF-43AB-8345-FD6E81DE9F94}" srcOrd="0" destOrd="0" presId="urn:microsoft.com/office/officeart/2005/8/layout/orgChart1"/>
    <dgm:cxn modelId="{11628413-5B6B-4745-AC52-167744964358}" type="presParOf" srcId="{BB42B395-BFBF-43AB-8345-FD6E81DE9F94}" destId="{1A61A3F9-484A-4034-9D5D-961CD5F008F4}" srcOrd="0" destOrd="0" presId="urn:microsoft.com/office/officeart/2005/8/layout/orgChart1"/>
    <dgm:cxn modelId="{AFCD862F-485F-4E99-8DD6-DD276594A287}" type="presParOf" srcId="{BB42B395-BFBF-43AB-8345-FD6E81DE9F94}" destId="{F8497126-FACB-41E8-B5FF-53E092E3C395}" srcOrd="1" destOrd="0" presId="urn:microsoft.com/office/officeart/2005/8/layout/orgChart1"/>
    <dgm:cxn modelId="{7E4A6893-8F7C-4D07-BC28-494641C0851A}" type="presParOf" srcId="{5187795E-6932-498E-B048-ED7A6B6E90C8}" destId="{D30CE427-E8D3-4A03-9C94-F8F80503A020}" srcOrd="1" destOrd="0" presId="urn:microsoft.com/office/officeart/2005/8/layout/orgChart1"/>
    <dgm:cxn modelId="{CA31089D-4883-4194-9E8E-2F59F47AFF35}" type="presParOf" srcId="{D30CE427-E8D3-4A03-9C94-F8F80503A020}" destId="{AE8D7ED6-625E-4374-9A06-5DF22C702BC6}" srcOrd="0" destOrd="0" presId="urn:microsoft.com/office/officeart/2005/8/layout/orgChart1"/>
    <dgm:cxn modelId="{A88E3432-A41E-4E11-9991-699D5049C4B1}" type="presParOf" srcId="{D30CE427-E8D3-4A03-9C94-F8F80503A020}" destId="{33CC5B3B-6CD0-4E91-B5D9-F207AEC44D6D}" srcOrd="1" destOrd="0" presId="urn:microsoft.com/office/officeart/2005/8/layout/orgChart1"/>
    <dgm:cxn modelId="{B7BBFC14-C68E-485B-A203-BDFF37109CBE}" type="presParOf" srcId="{33CC5B3B-6CD0-4E91-B5D9-F207AEC44D6D}" destId="{D9D4BE6D-81AF-4569-B4A7-05C8DBC90FEA}" srcOrd="0" destOrd="0" presId="urn:microsoft.com/office/officeart/2005/8/layout/orgChart1"/>
    <dgm:cxn modelId="{E1CC1D8F-6378-41E2-A45C-AAD1A3179B83}" type="presParOf" srcId="{D9D4BE6D-81AF-4569-B4A7-05C8DBC90FEA}" destId="{3685E721-8F13-49DC-BB28-1354E212A676}" srcOrd="0" destOrd="0" presId="urn:microsoft.com/office/officeart/2005/8/layout/orgChart1"/>
    <dgm:cxn modelId="{71DB3D20-C71C-4DF8-9A43-CBFF14D553A1}" type="presParOf" srcId="{D9D4BE6D-81AF-4569-B4A7-05C8DBC90FEA}" destId="{F62BB89C-073F-486A-BDCB-C9144E7DE671}" srcOrd="1" destOrd="0" presId="urn:microsoft.com/office/officeart/2005/8/layout/orgChart1"/>
    <dgm:cxn modelId="{A7B82411-015A-4A52-9B59-B67082FD3C2F}" type="presParOf" srcId="{33CC5B3B-6CD0-4E91-B5D9-F207AEC44D6D}" destId="{3073FD71-C13A-473F-B066-4CC5ABF95692}" srcOrd="1" destOrd="0" presId="urn:microsoft.com/office/officeart/2005/8/layout/orgChart1"/>
    <dgm:cxn modelId="{CEF54FE4-D387-45FC-ADDE-61EC13AB9C4C}" type="presParOf" srcId="{33CC5B3B-6CD0-4E91-B5D9-F207AEC44D6D}" destId="{BC8BBA5D-E690-49FE-85BD-E99AD74CEA37}" srcOrd="2" destOrd="0" presId="urn:microsoft.com/office/officeart/2005/8/layout/orgChart1"/>
    <dgm:cxn modelId="{A71C9A68-0318-4CC6-9EF3-0ED45E2913D1}" type="presParOf" srcId="{D30CE427-E8D3-4A03-9C94-F8F80503A020}" destId="{061ACB0F-7AE0-420C-9A12-894612F11681}" srcOrd="2" destOrd="0" presId="urn:microsoft.com/office/officeart/2005/8/layout/orgChart1"/>
    <dgm:cxn modelId="{8150C38C-0BD9-4E4F-8653-649282A40C3A}" type="presParOf" srcId="{D30CE427-E8D3-4A03-9C94-F8F80503A020}" destId="{E5437770-4B0F-4AFD-890F-F2DCEB1EBA2B}" srcOrd="3" destOrd="0" presId="urn:microsoft.com/office/officeart/2005/8/layout/orgChart1"/>
    <dgm:cxn modelId="{3388FE3D-4043-488A-A4FE-A797F91C983B}" type="presParOf" srcId="{E5437770-4B0F-4AFD-890F-F2DCEB1EBA2B}" destId="{4EC4F6C3-2BFC-48A1-8A0C-BE201B6C5E6E}" srcOrd="0" destOrd="0" presId="urn:microsoft.com/office/officeart/2005/8/layout/orgChart1"/>
    <dgm:cxn modelId="{45061F1B-539A-40F0-A656-3490CD19C9AC}" type="presParOf" srcId="{4EC4F6C3-2BFC-48A1-8A0C-BE201B6C5E6E}" destId="{5222E63F-9FEE-49C0-8690-EB7A2D2E44AD}" srcOrd="0" destOrd="0" presId="urn:microsoft.com/office/officeart/2005/8/layout/orgChart1"/>
    <dgm:cxn modelId="{B1FED17D-DDDE-4B4C-BE9F-EF45363283ED}" type="presParOf" srcId="{4EC4F6C3-2BFC-48A1-8A0C-BE201B6C5E6E}" destId="{759DE821-A806-485A-B8A2-47152A6081B0}" srcOrd="1" destOrd="0" presId="urn:microsoft.com/office/officeart/2005/8/layout/orgChart1"/>
    <dgm:cxn modelId="{9D57D537-10DB-43C5-8713-5D478F694EA4}" type="presParOf" srcId="{E5437770-4B0F-4AFD-890F-F2DCEB1EBA2B}" destId="{1F5EB754-9143-4312-B0F8-6C91FC97E48D}" srcOrd="1" destOrd="0" presId="urn:microsoft.com/office/officeart/2005/8/layout/orgChart1"/>
    <dgm:cxn modelId="{967D9311-B914-449C-BDBF-E163F673BE96}" type="presParOf" srcId="{E5437770-4B0F-4AFD-890F-F2DCEB1EBA2B}" destId="{2DDC8228-B8DC-42F7-A3D8-4E68D09E6D11}" srcOrd="2" destOrd="0" presId="urn:microsoft.com/office/officeart/2005/8/layout/orgChart1"/>
    <dgm:cxn modelId="{53B91BED-1895-4395-8066-EDEE6A8CFF7D}" type="presParOf" srcId="{D30CE427-E8D3-4A03-9C94-F8F80503A020}" destId="{31E2490A-8F2E-474A-9B86-D488AF39B84A}" srcOrd="4" destOrd="0" presId="urn:microsoft.com/office/officeart/2005/8/layout/orgChart1"/>
    <dgm:cxn modelId="{689F62EC-29B8-4B47-A23B-AB99319E61A7}" type="presParOf" srcId="{D30CE427-E8D3-4A03-9C94-F8F80503A020}" destId="{0A56D229-6CDF-4A51-B261-1A864DBDE8B0}" srcOrd="5" destOrd="0" presId="urn:microsoft.com/office/officeart/2005/8/layout/orgChart1"/>
    <dgm:cxn modelId="{2B854AAA-DD50-4121-B6DB-67E8041A6C9F}" type="presParOf" srcId="{0A56D229-6CDF-4A51-B261-1A864DBDE8B0}" destId="{9E6B2DBA-242D-4EB4-A76B-373D60B0168B}" srcOrd="0" destOrd="0" presId="urn:microsoft.com/office/officeart/2005/8/layout/orgChart1"/>
    <dgm:cxn modelId="{62BF443E-D8A3-4143-B91F-1F17FF27FA0D}" type="presParOf" srcId="{9E6B2DBA-242D-4EB4-A76B-373D60B0168B}" destId="{4EDA75B9-89D1-4F08-B5A4-D9596EDD1E0F}" srcOrd="0" destOrd="0" presId="urn:microsoft.com/office/officeart/2005/8/layout/orgChart1"/>
    <dgm:cxn modelId="{A514D01F-4524-4CFA-BA7B-1E60F4B61649}" type="presParOf" srcId="{9E6B2DBA-242D-4EB4-A76B-373D60B0168B}" destId="{4E02DAFC-DDFC-4E0D-A397-D66AC4CDE3EA}" srcOrd="1" destOrd="0" presId="urn:microsoft.com/office/officeart/2005/8/layout/orgChart1"/>
    <dgm:cxn modelId="{16E81BD5-45BC-4349-A46C-FA05C1527EE7}" type="presParOf" srcId="{0A56D229-6CDF-4A51-B261-1A864DBDE8B0}" destId="{075BF5BE-0B48-4FD5-BBE8-FDD77E1064C5}" srcOrd="1" destOrd="0" presId="urn:microsoft.com/office/officeart/2005/8/layout/orgChart1"/>
    <dgm:cxn modelId="{823BEDEA-D2D9-46C5-9972-FABB72FBDDE2}" type="presParOf" srcId="{0A56D229-6CDF-4A51-B261-1A864DBDE8B0}" destId="{F4C1085B-1598-4966-8D14-AB1361851FE1}" srcOrd="2" destOrd="0" presId="urn:microsoft.com/office/officeart/2005/8/layout/orgChart1"/>
    <dgm:cxn modelId="{83706BFA-C190-4919-9A77-49513C06B100}" type="presParOf" srcId="{5187795E-6932-498E-B048-ED7A6B6E90C8}" destId="{2BD25ECB-7B9D-48CA-B57D-D2839AA127EC}" srcOrd="2" destOrd="0" presId="urn:microsoft.com/office/officeart/2005/8/layout/orgChart1"/>
    <dgm:cxn modelId="{2572EC25-3CBA-47EF-B6E6-C3E546583B2A}" type="presParOf" srcId="{5E55806C-03CF-4633-A763-321278846BEB}" destId="{EA82A6A3-54DE-418E-BBCC-46DF16D2B7EE}" srcOrd="2" destOrd="0" presId="urn:microsoft.com/office/officeart/2005/8/layout/orgChart1"/>
    <dgm:cxn modelId="{C22CB2BC-CC2F-42E7-9BD0-2BEC1976BDD1}" type="presParOf" srcId="{6374C418-0719-49E8-9578-FE7456696479}" destId="{8C1010B3-7423-4569-85B5-92A2B031B381}" srcOrd="4" destOrd="0" presId="urn:microsoft.com/office/officeart/2005/8/layout/orgChart1"/>
    <dgm:cxn modelId="{45C3803D-3F90-4AB8-B896-55B208CE9510}" type="presParOf" srcId="{6374C418-0719-49E8-9578-FE7456696479}" destId="{257F67D0-D062-4963-A71B-9F99E417ECDC}" srcOrd="5" destOrd="0" presId="urn:microsoft.com/office/officeart/2005/8/layout/orgChart1"/>
    <dgm:cxn modelId="{5BC4C30D-25BA-46B0-BA81-2D32C100CB6E}" type="presParOf" srcId="{257F67D0-D062-4963-A71B-9F99E417ECDC}" destId="{F4B0DED3-C70A-4EDB-8CC8-25750466E0E2}" srcOrd="0" destOrd="0" presId="urn:microsoft.com/office/officeart/2005/8/layout/orgChart1"/>
    <dgm:cxn modelId="{0E6562A2-59EA-480D-A9C1-A943732A1F7E}" type="presParOf" srcId="{F4B0DED3-C70A-4EDB-8CC8-25750466E0E2}" destId="{CA5DDB09-08B4-4908-8981-24E62BA4EA6D}" srcOrd="0" destOrd="0" presId="urn:microsoft.com/office/officeart/2005/8/layout/orgChart1"/>
    <dgm:cxn modelId="{15161C93-984D-40EE-87B8-107AB3D943A1}" type="presParOf" srcId="{F4B0DED3-C70A-4EDB-8CC8-25750466E0E2}" destId="{8A430EBA-C88B-4245-956E-400717C7A42F}" srcOrd="1" destOrd="0" presId="urn:microsoft.com/office/officeart/2005/8/layout/orgChart1"/>
    <dgm:cxn modelId="{41E7D643-E662-4797-B4B6-38167A24550A}" type="presParOf" srcId="{257F67D0-D062-4963-A71B-9F99E417ECDC}" destId="{EDAED477-68DE-41B4-862A-ACABDE7EA828}" srcOrd="1" destOrd="0" presId="urn:microsoft.com/office/officeart/2005/8/layout/orgChart1"/>
    <dgm:cxn modelId="{335D94BF-6ABE-4FD5-9E04-DA4922A8DA87}" type="presParOf" srcId="{257F67D0-D062-4963-A71B-9F99E417ECDC}" destId="{54412B51-8D23-47F6-A726-FF0A8004BF15}" srcOrd="2" destOrd="0" presId="urn:microsoft.com/office/officeart/2005/8/layout/orgChart1"/>
    <dgm:cxn modelId="{F55E1E78-2D96-4510-8D2D-49A4A17561AE}" type="presParOf" srcId="{6374C418-0719-49E8-9578-FE7456696479}" destId="{EC57D64E-49FA-4452-806B-B16580D54436}" srcOrd="6" destOrd="0" presId="urn:microsoft.com/office/officeart/2005/8/layout/orgChart1"/>
    <dgm:cxn modelId="{2B6179A4-9F44-4717-AFCA-1ADC2C8B047A}" type="presParOf" srcId="{6374C418-0719-49E8-9578-FE7456696479}" destId="{80EC6529-6DD7-4BF7-9B32-83B530A846AD}" srcOrd="7" destOrd="0" presId="urn:microsoft.com/office/officeart/2005/8/layout/orgChart1"/>
    <dgm:cxn modelId="{5CD2B84F-4080-4EB5-BE35-0D62C8426C84}" type="presParOf" srcId="{80EC6529-6DD7-4BF7-9B32-83B530A846AD}" destId="{63C80A44-6936-45D5-B1C3-3473FE449E47}" srcOrd="0" destOrd="0" presId="urn:microsoft.com/office/officeart/2005/8/layout/orgChart1"/>
    <dgm:cxn modelId="{DE825E29-B1D8-4FC9-BF6C-837BDE5316EC}" type="presParOf" srcId="{63C80A44-6936-45D5-B1C3-3473FE449E47}" destId="{FF5C2157-F8FB-4FFA-A945-1C3C1376EEA2}" srcOrd="0" destOrd="0" presId="urn:microsoft.com/office/officeart/2005/8/layout/orgChart1"/>
    <dgm:cxn modelId="{552C07DF-94C5-4B7E-B510-E6D6862C41A5}" type="presParOf" srcId="{63C80A44-6936-45D5-B1C3-3473FE449E47}" destId="{DDB66660-EAC5-4990-B4C4-984612330EBB}" srcOrd="1" destOrd="0" presId="urn:microsoft.com/office/officeart/2005/8/layout/orgChart1"/>
    <dgm:cxn modelId="{2B3D6B39-15A8-49E8-A936-A58C038AECD3}" type="presParOf" srcId="{80EC6529-6DD7-4BF7-9B32-83B530A846AD}" destId="{D8974E46-B681-4FF4-BD36-FC5CE9A2D17D}" srcOrd="1" destOrd="0" presId="urn:microsoft.com/office/officeart/2005/8/layout/orgChart1"/>
    <dgm:cxn modelId="{13FC9D93-D2B9-4588-9C47-B7C0A53D4235}" type="presParOf" srcId="{80EC6529-6DD7-4BF7-9B32-83B530A846AD}" destId="{F6F39444-328A-4C36-A417-27A0E12F6DCE}" srcOrd="2" destOrd="0" presId="urn:microsoft.com/office/officeart/2005/8/layout/orgChart1"/>
    <dgm:cxn modelId="{332F77CA-4C84-455B-8647-D1C95A2ED331}" type="presParOf" srcId="{854D2E29-AA0F-4FCD-BC0F-34D04C174400}" destId="{2081EFEC-FAC5-402B-8476-10AF862ABC7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939B0A-D162-4E9C-8DB4-27D14D42A036}"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A9C9ECE-4E7E-484D-AAEE-B544CBBE5267}">
      <dgm:prSet phldrT="[Text]" custT="1"/>
      <dgm:spPr>
        <a:ln>
          <a:noFill/>
        </a:ln>
      </dgm:spPr>
      <dgm:t>
        <a:bodyPr/>
        <a:lstStyle/>
        <a:p>
          <a:r>
            <a:rPr lang="en-US" sz="4400" b="1" dirty="0">
              <a:solidFill>
                <a:schemeClr val="tx1">
                  <a:lumMod val="50000"/>
                  <a:lumOff val="50000"/>
                </a:schemeClr>
              </a:solidFill>
              <a:latin typeface="Quadraat" panose="02000503060000090004" pitchFamily="2" charset="0"/>
            </a:rPr>
            <a:t>Colitis</a:t>
          </a:r>
        </a:p>
      </dgm:t>
    </dgm:pt>
    <dgm:pt modelId="{C18400C1-4549-48EF-9A17-2E2443B48BE1}" type="parTrans" cxnId="{32A70C54-76D6-40E6-906F-FE5BB0F9D098}">
      <dgm:prSet/>
      <dgm:spPr/>
      <dgm:t>
        <a:bodyPr/>
        <a:lstStyle/>
        <a:p>
          <a:endParaRPr lang="en-US">
            <a:solidFill>
              <a:schemeClr val="tx1">
                <a:lumMod val="50000"/>
                <a:lumOff val="50000"/>
              </a:schemeClr>
            </a:solidFill>
            <a:latin typeface="Quadraat" panose="02000503060000090004" pitchFamily="2" charset="0"/>
          </a:endParaRPr>
        </a:p>
      </dgm:t>
    </dgm:pt>
    <dgm:pt modelId="{DFA0D251-F931-4272-AC98-88B1CFC3C6F7}" type="sibTrans" cxnId="{32A70C54-76D6-40E6-906F-FE5BB0F9D098}">
      <dgm:prSet/>
      <dgm:spPr/>
      <dgm:t>
        <a:bodyPr/>
        <a:lstStyle/>
        <a:p>
          <a:endParaRPr lang="en-US">
            <a:solidFill>
              <a:schemeClr val="tx1">
                <a:lumMod val="50000"/>
                <a:lumOff val="50000"/>
              </a:schemeClr>
            </a:solidFill>
            <a:latin typeface="Quadraat" panose="02000503060000090004" pitchFamily="2" charset="0"/>
          </a:endParaRPr>
        </a:p>
      </dgm:t>
    </dgm:pt>
    <dgm:pt modelId="{7250FF49-7041-4C04-A8A2-47EAA3CF68E3}">
      <dgm:prSet phldrT="[Text]" custT="1"/>
      <dgm:spPr>
        <a:ln>
          <a:noFill/>
        </a:ln>
      </dgm:spPr>
      <dgm:t>
        <a:bodyPr/>
        <a:lstStyle/>
        <a:p>
          <a:r>
            <a:rPr lang="en-US" sz="2000" b="1" dirty="0">
              <a:solidFill>
                <a:schemeClr val="tx1">
                  <a:lumMod val="50000"/>
                  <a:lumOff val="50000"/>
                </a:schemeClr>
              </a:solidFill>
              <a:latin typeface="Quadraat" panose="02000503060000090004" pitchFamily="2" charset="0"/>
            </a:rPr>
            <a:t>Infectious</a:t>
          </a:r>
        </a:p>
      </dgm:t>
    </dgm:pt>
    <dgm:pt modelId="{F570724D-E427-4DCA-8676-D6381F735015}" type="parTrans" cxnId="{92956DEC-E47A-4B95-B168-141DEF0D0CED}">
      <dgm:prSet/>
      <dgm:spPr/>
      <dgm:t>
        <a:bodyPr/>
        <a:lstStyle/>
        <a:p>
          <a:endParaRPr lang="en-US">
            <a:solidFill>
              <a:schemeClr val="tx1">
                <a:lumMod val="50000"/>
                <a:lumOff val="50000"/>
              </a:schemeClr>
            </a:solidFill>
            <a:latin typeface="Quadraat" panose="02000503060000090004" pitchFamily="2" charset="0"/>
          </a:endParaRPr>
        </a:p>
      </dgm:t>
    </dgm:pt>
    <dgm:pt modelId="{5EA3FD9D-A666-4E31-83A8-8474352E257E}" type="sibTrans" cxnId="{92956DEC-E47A-4B95-B168-141DEF0D0CED}">
      <dgm:prSet/>
      <dgm:spPr/>
      <dgm:t>
        <a:bodyPr/>
        <a:lstStyle/>
        <a:p>
          <a:endParaRPr lang="en-US">
            <a:solidFill>
              <a:schemeClr val="tx1">
                <a:lumMod val="50000"/>
                <a:lumOff val="50000"/>
              </a:schemeClr>
            </a:solidFill>
            <a:latin typeface="Quadraat" panose="02000503060000090004" pitchFamily="2" charset="0"/>
          </a:endParaRPr>
        </a:p>
      </dgm:t>
    </dgm:pt>
    <dgm:pt modelId="{B681895F-8304-4041-ACC1-BEB05AF98182}">
      <dgm:prSet phldrT="[Text]" custT="1"/>
      <dgm:spPr>
        <a:solidFill>
          <a:srgbClr val="FFFF00"/>
        </a:solidFill>
        <a:ln>
          <a:noFill/>
        </a:ln>
      </dgm:spPr>
      <dgm:t>
        <a:bodyPr/>
        <a:lstStyle/>
        <a:p>
          <a:r>
            <a:rPr lang="en-US" sz="2400" b="1" dirty="0">
              <a:solidFill>
                <a:schemeClr val="tx1"/>
              </a:solidFill>
              <a:latin typeface="Quadraat" panose="02000503060000090004" pitchFamily="2" charset="0"/>
            </a:rPr>
            <a:t>Ischemic colitis</a:t>
          </a:r>
        </a:p>
      </dgm:t>
    </dgm:pt>
    <dgm:pt modelId="{D172A634-8F0A-4E15-8387-5B767C15DEF9}" type="parTrans" cxnId="{E7AE363F-9AB4-49F0-A0B6-15A635878995}">
      <dgm:prSet/>
      <dgm:spPr/>
      <dgm:t>
        <a:bodyPr/>
        <a:lstStyle/>
        <a:p>
          <a:endParaRPr lang="en-US">
            <a:solidFill>
              <a:schemeClr val="tx1">
                <a:lumMod val="50000"/>
                <a:lumOff val="50000"/>
              </a:schemeClr>
            </a:solidFill>
            <a:latin typeface="Quadraat" panose="02000503060000090004" pitchFamily="2" charset="0"/>
          </a:endParaRPr>
        </a:p>
      </dgm:t>
    </dgm:pt>
    <dgm:pt modelId="{3A1D9765-56B6-4F25-9288-1B974C898670}" type="sibTrans" cxnId="{E7AE363F-9AB4-49F0-A0B6-15A635878995}">
      <dgm:prSet/>
      <dgm:spPr/>
      <dgm:t>
        <a:bodyPr/>
        <a:lstStyle/>
        <a:p>
          <a:endParaRPr lang="en-US">
            <a:solidFill>
              <a:schemeClr val="tx1">
                <a:lumMod val="50000"/>
                <a:lumOff val="50000"/>
              </a:schemeClr>
            </a:solidFill>
            <a:latin typeface="Quadraat" panose="02000503060000090004" pitchFamily="2" charset="0"/>
          </a:endParaRPr>
        </a:p>
      </dgm:t>
    </dgm:pt>
    <dgm:pt modelId="{0A3F8D28-AACC-4FC2-B4B5-0C7AD8BE1259}">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Allergic colitis</a:t>
          </a:r>
        </a:p>
      </dgm:t>
    </dgm:pt>
    <dgm:pt modelId="{501AD19C-E21A-484E-BCAB-9BFC5B37E754}" type="parTrans" cxnId="{2677CF02-628B-4746-818C-ED763B37858D}">
      <dgm:prSet/>
      <dgm:spPr/>
      <dgm:t>
        <a:bodyPr/>
        <a:lstStyle/>
        <a:p>
          <a:endParaRPr lang="en-US">
            <a:solidFill>
              <a:schemeClr val="tx1">
                <a:lumMod val="50000"/>
                <a:lumOff val="50000"/>
              </a:schemeClr>
            </a:solidFill>
            <a:latin typeface="Quadraat" panose="02000503060000090004" pitchFamily="2" charset="0"/>
          </a:endParaRPr>
        </a:p>
      </dgm:t>
    </dgm:pt>
    <dgm:pt modelId="{027B60C7-7DE4-4C1A-B020-DAEA88472F8A}" type="sibTrans" cxnId="{2677CF02-628B-4746-818C-ED763B37858D}">
      <dgm:prSet/>
      <dgm:spPr/>
      <dgm:t>
        <a:bodyPr/>
        <a:lstStyle/>
        <a:p>
          <a:endParaRPr lang="en-US">
            <a:solidFill>
              <a:schemeClr val="tx1">
                <a:lumMod val="50000"/>
                <a:lumOff val="50000"/>
              </a:schemeClr>
            </a:solidFill>
            <a:latin typeface="Quadraat" panose="02000503060000090004" pitchFamily="2" charset="0"/>
          </a:endParaRPr>
        </a:p>
      </dgm:t>
    </dgm:pt>
    <dgm:pt modelId="{84962E15-CAB6-440B-B2B8-631DC2943F63}">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Inflammatory bowel disease</a:t>
          </a:r>
        </a:p>
      </dgm:t>
    </dgm:pt>
    <dgm:pt modelId="{E238A16F-FE16-4584-B802-4C93AE69B5C3}" type="parTrans" cxnId="{F41BFEDC-9DAB-4205-BF61-BF86AAB96C38}">
      <dgm:prSet/>
      <dgm:spPr/>
      <dgm:t>
        <a:bodyPr/>
        <a:lstStyle/>
        <a:p>
          <a:endParaRPr lang="en-US">
            <a:solidFill>
              <a:schemeClr val="tx1">
                <a:lumMod val="50000"/>
                <a:lumOff val="50000"/>
              </a:schemeClr>
            </a:solidFill>
            <a:latin typeface="Quadraat" panose="02000503060000090004" pitchFamily="2" charset="0"/>
          </a:endParaRPr>
        </a:p>
      </dgm:t>
    </dgm:pt>
    <dgm:pt modelId="{483F9773-9518-4EAE-96EA-069E0A883FA7}" type="sibTrans" cxnId="{F41BFEDC-9DAB-4205-BF61-BF86AAB96C38}">
      <dgm:prSet/>
      <dgm:spPr/>
      <dgm:t>
        <a:bodyPr/>
        <a:lstStyle/>
        <a:p>
          <a:endParaRPr lang="en-US">
            <a:solidFill>
              <a:schemeClr val="tx1">
                <a:lumMod val="50000"/>
                <a:lumOff val="50000"/>
              </a:schemeClr>
            </a:solidFill>
            <a:latin typeface="Quadraat" panose="02000503060000090004" pitchFamily="2" charset="0"/>
          </a:endParaRPr>
        </a:p>
      </dgm:t>
    </dgm:pt>
    <dgm:pt modelId="{EC278A12-909E-4655-88E7-F7FC6F098998}">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Viral colitis</a:t>
          </a:r>
        </a:p>
      </dgm:t>
    </dgm:pt>
    <dgm:pt modelId="{F42CD1A1-F896-4C28-A476-91F382076B2A}" type="parTrans" cxnId="{75BE4DA2-1181-4002-9E30-037FA3991776}">
      <dgm:prSet/>
      <dgm:spPr/>
      <dgm:t>
        <a:bodyPr/>
        <a:lstStyle/>
        <a:p>
          <a:endParaRPr lang="en-US">
            <a:solidFill>
              <a:schemeClr val="tx1">
                <a:lumMod val="50000"/>
                <a:lumOff val="50000"/>
              </a:schemeClr>
            </a:solidFill>
            <a:latin typeface="Quadraat" panose="02000503060000090004" pitchFamily="2" charset="0"/>
          </a:endParaRPr>
        </a:p>
      </dgm:t>
    </dgm:pt>
    <dgm:pt modelId="{389C1B36-EA65-4767-B934-243AC3D8C549}" type="sibTrans" cxnId="{75BE4DA2-1181-4002-9E30-037FA3991776}">
      <dgm:prSet/>
      <dgm:spPr/>
      <dgm:t>
        <a:bodyPr/>
        <a:lstStyle/>
        <a:p>
          <a:endParaRPr lang="en-US">
            <a:solidFill>
              <a:schemeClr val="tx1">
                <a:lumMod val="50000"/>
                <a:lumOff val="50000"/>
              </a:schemeClr>
            </a:solidFill>
            <a:latin typeface="Quadraat" panose="02000503060000090004" pitchFamily="2" charset="0"/>
          </a:endParaRPr>
        </a:p>
      </dgm:t>
    </dgm:pt>
    <dgm:pt modelId="{2A94FD96-7ACA-4E3E-97B3-3666E3413291}">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Parasitic colitis</a:t>
          </a:r>
        </a:p>
      </dgm:t>
    </dgm:pt>
    <dgm:pt modelId="{37905042-CD54-4AB6-B6AA-830E67CFE76C}" type="parTrans" cxnId="{301B5F91-CF2D-4AA5-BF4E-B7C90EC59BA8}">
      <dgm:prSet/>
      <dgm:spPr/>
      <dgm:t>
        <a:bodyPr/>
        <a:lstStyle/>
        <a:p>
          <a:endParaRPr lang="en-US">
            <a:solidFill>
              <a:schemeClr val="tx1">
                <a:lumMod val="50000"/>
                <a:lumOff val="50000"/>
              </a:schemeClr>
            </a:solidFill>
            <a:latin typeface="Quadraat" panose="02000503060000090004" pitchFamily="2" charset="0"/>
          </a:endParaRPr>
        </a:p>
      </dgm:t>
    </dgm:pt>
    <dgm:pt modelId="{9C3E6B94-1193-4988-AF1E-7F91F36E3818}" type="sibTrans" cxnId="{301B5F91-CF2D-4AA5-BF4E-B7C90EC59BA8}">
      <dgm:prSet/>
      <dgm:spPr/>
      <dgm:t>
        <a:bodyPr/>
        <a:lstStyle/>
        <a:p>
          <a:endParaRPr lang="en-US">
            <a:solidFill>
              <a:schemeClr val="tx1">
                <a:lumMod val="50000"/>
                <a:lumOff val="50000"/>
              </a:schemeClr>
            </a:solidFill>
            <a:latin typeface="Quadraat" panose="02000503060000090004" pitchFamily="2" charset="0"/>
          </a:endParaRPr>
        </a:p>
      </dgm:t>
    </dgm:pt>
    <dgm:pt modelId="{9F5CB72B-A35D-41A7-98AA-06CF30D69E89}">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Bacterial colitis</a:t>
          </a:r>
        </a:p>
      </dgm:t>
    </dgm:pt>
    <dgm:pt modelId="{D37EBB86-2259-4161-B9E0-498C278357CB}" type="parTrans" cxnId="{C90F6450-A1C3-452A-8E26-DE74A978AD4A}">
      <dgm:prSet/>
      <dgm:spPr/>
      <dgm:t>
        <a:bodyPr/>
        <a:lstStyle/>
        <a:p>
          <a:endParaRPr lang="en-US">
            <a:solidFill>
              <a:schemeClr val="tx1">
                <a:lumMod val="50000"/>
                <a:lumOff val="50000"/>
              </a:schemeClr>
            </a:solidFill>
            <a:latin typeface="Quadraat" panose="02000503060000090004" pitchFamily="2" charset="0"/>
          </a:endParaRPr>
        </a:p>
      </dgm:t>
    </dgm:pt>
    <dgm:pt modelId="{0B89ED20-AFE6-4BA9-B448-564694B8B610}" type="sibTrans" cxnId="{C90F6450-A1C3-452A-8E26-DE74A978AD4A}">
      <dgm:prSet/>
      <dgm:spPr/>
      <dgm:t>
        <a:bodyPr/>
        <a:lstStyle/>
        <a:p>
          <a:endParaRPr lang="en-US">
            <a:solidFill>
              <a:schemeClr val="tx1">
                <a:lumMod val="50000"/>
                <a:lumOff val="50000"/>
              </a:schemeClr>
            </a:solidFill>
            <a:latin typeface="Quadraat" panose="02000503060000090004" pitchFamily="2" charset="0"/>
          </a:endParaRPr>
        </a:p>
      </dgm:t>
    </dgm:pt>
    <dgm:pt modelId="{D9B9F529-7B23-4658-8228-8EFA70A8E387}">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Pseudomembranous colitis</a:t>
          </a:r>
        </a:p>
      </dgm:t>
    </dgm:pt>
    <dgm:pt modelId="{193ACE96-7C80-4DD2-8677-1DC6724E52D8}" type="parTrans" cxnId="{90581F02-5718-4432-9742-BF7264608DB3}">
      <dgm:prSet/>
      <dgm:spPr/>
      <dgm:t>
        <a:bodyPr/>
        <a:lstStyle/>
        <a:p>
          <a:endParaRPr lang="en-US">
            <a:solidFill>
              <a:schemeClr val="tx1">
                <a:lumMod val="50000"/>
                <a:lumOff val="50000"/>
              </a:schemeClr>
            </a:solidFill>
            <a:latin typeface="Quadraat" panose="02000503060000090004" pitchFamily="2" charset="0"/>
          </a:endParaRPr>
        </a:p>
      </dgm:t>
    </dgm:pt>
    <dgm:pt modelId="{FD103AA3-FF27-4287-ADA5-4F6523F7D5F7}" type="sibTrans" cxnId="{90581F02-5718-4432-9742-BF7264608DB3}">
      <dgm:prSet/>
      <dgm:spPr/>
      <dgm:t>
        <a:bodyPr/>
        <a:lstStyle/>
        <a:p>
          <a:endParaRPr lang="en-US">
            <a:solidFill>
              <a:schemeClr val="tx1">
                <a:lumMod val="50000"/>
                <a:lumOff val="50000"/>
              </a:schemeClr>
            </a:solidFill>
            <a:latin typeface="Quadraat" panose="02000503060000090004" pitchFamily="2" charset="0"/>
          </a:endParaRPr>
        </a:p>
      </dgm:t>
    </dgm:pt>
    <dgm:pt modelId="{3BD2C283-7E94-4BD5-9749-369E8BAA337E}">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Ulcerative colitis (proctocolitis)</a:t>
          </a:r>
        </a:p>
      </dgm:t>
    </dgm:pt>
    <dgm:pt modelId="{F331FBC6-FC24-42E7-A597-3F3A894C818C}" type="parTrans" cxnId="{4C36BCF2-1275-4909-9D20-82482771A4AB}">
      <dgm:prSet/>
      <dgm:spPr/>
      <dgm:t>
        <a:bodyPr/>
        <a:lstStyle/>
        <a:p>
          <a:endParaRPr lang="en-US">
            <a:solidFill>
              <a:schemeClr val="tx1">
                <a:lumMod val="50000"/>
                <a:lumOff val="50000"/>
              </a:schemeClr>
            </a:solidFill>
            <a:latin typeface="Quadraat" panose="02000503060000090004" pitchFamily="2" charset="0"/>
          </a:endParaRPr>
        </a:p>
      </dgm:t>
    </dgm:pt>
    <dgm:pt modelId="{6E8CA64A-FB4F-4873-9191-1A692380EEC2}" type="sibTrans" cxnId="{4C36BCF2-1275-4909-9D20-82482771A4AB}">
      <dgm:prSet/>
      <dgm:spPr/>
      <dgm:t>
        <a:bodyPr/>
        <a:lstStyle/>
        <a:p>
          <a:endParaRPr lang="en-US">
            <a:solidFill>
              <a:schemeClr val="tx1">
                <a:lumMod val="50000"/>
                <a:lumOff val="50000"/>
              </a:schemeClr>
            </a:solidFill>
            <a:latin typeface="Quadraat" panose="02000503060000090004" pitchFamily="2" charset="0"/>
          </a:endParaRPr>
        </a:p>
      </dgm:t>
    </dgm:pt>
    <dgm:pt modelId="{6C5FB294-FCB8-4256-8D64-79A8E7349BF7}">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Crohn’s colitis (enterocolitis)</a:t>
          </a:r>
        </a:p>
      </dgm:t>
    </dgm:pt>
    <dgm:pt modelId="{830854A3-0674-4FD6-8477-C2A390C426AF}" type="parTrans" cxnId="{F8BCE793-7E21-40AA-B9AD-A5193AF7C5F4}">
      <dgm:prSet/>
      <dgm:spPr/>
      <dgm:t>
        <a:bodyPr/>
        <a:lstStyle/>
        <a:p>
          <a:endParaRPr lang="en-US">
            <a:solidFill>
              <a:schemeClr val="tx1">
                <a:lumMod val="50000"/>
                <a:lumOff val="50000"/>
              </a:schemeClr>
            </a:solidFill>
            <a:latin typeface="Quadraat" panose="02000503060000090004" pitchFamily="2" charset="0"/>
          </a:endParaRPr>
        </a:p>
      </dgm:t>
    </dgm:pt>
    <dgm:pt modelId="{CF8E7A9D-1FF5-4CB6-84F0-A405E2CC050E}" type="sibTrans" cxnId="{F8BCE793-7E21-40AA-B9AD-A5193AF7C5F4}">
      <dgm:prSet/>
      <dgm:spPr/>
      <dgm:t>
        <a:bodyPr/>
        <a:lstStyle/>
        <a:p>
          <a:endParaRPr lang="en-US">
            <a:solidFill>
              <a:schemeClr val="tx1">
                <a:lumMod val="50000"/>
                <a:lumOff val="50000"/>
              </a:schemeClr>
            </a:solidFill>
            <a:latin typeface="Quadraat" panose="02000503060000090004" pitchFamily="2" charset="0"/>
          </a:endParaRPr>
        </a:p>
      </dgm:t>
    </dgm:pt>
    <dgm:pt modelId="{F0D859D3-A13C-47A8-9625-6947DDF05AB5}">
      <dgm:prSet phldrT="[Text]" custT="1"/>
      <dgm:spPr>
        <a:ln>
          <a:noFill/>
        </a:ln>
      </dgm:spPr>
      <dgm:t>
        <a:bodyPr/>
        <a:lstStyle/>
        <a:p>
          <a:r>
            <a:rPr lang="en-US" sz="1600" b="1" dirty="0">
              <a:solidFill>
                <a:schemeClr val="tx1">
                  <a:lumMod val="50000"/>
                  <a:lumOff val="50000"/>
                </a:schemeClr>
              </a:solidFill>
              <a:latin typeface="Quadraat" panose="02000503060000090004" pitchFamily="2" charset="0"/>
            </a:rPr>
            <a:t>Indeterminate colitis</a:t>
          </a:r>
        </a:p>
      </dgm:t>
    </dgm:pt>
    <dgm:pt modelId="{439AE11B-2324-46ED-8AC2-0277F6AB7BD2}" type="parTrans" cxnId="{F7222D5E-44C5-4748-9E67-8C76DDC1E41D}">
      <dgm:prSet/>
      <dgm:spPr/>
      <dgm:t>
        <a:bodyPr/>
        <a:lstStyle/>
        <a:p>
          <a:endParaRPr lang="en-US">
            <a:solidFill>
              <a:schemeClr val="tx1">
                <a:lumMod val="50000"/>
                <a:lumOff val="50000"/>
              </a:schemeClr>
            </a:solidFill>
            <a:latin typeface="Quadraat" panose="02000503060000090004" pitchFamily="2" charset="0"/>
          </a:endParaRPr>
        </a:p>
      </dgm:t>
    </dgm:pt>
    <dgm:pt modelId="{3A165EC4-D7A9-490E-A5EA-CAFC3177BB53}" type="sibTrans" cxnId="{F7222D5E-44C5-4748-9E67-8C76DDC1E41D}">
      <dgm:prSet/>
      <dgm:spPr/>
      <dgm:t>
        <a:bodyPr/>
        <a:lstStyle/>
        <a:p>
          <a:endParaRPr lang="en-US">
            <a:solidFill>
              <a:schemeClr val="tx1">
                <a:lumMod val="50000"/>
                <a:lumOff val="50000"/>
              </a:schemeClr>
            </a:solidFill>
            <a:latin typeface="Quadraat" panose="02000503060000090004" pitchFamily="2" charset="0"/>
          </a:endParaRPr>
        </a:p>
      </dgm:t>
    </dgm:pt>
    <dgm:pt modelId="{5D098123-6031-47B6-B976-3E8DF3F20563}">
      <dgm:prSet phldrT="[Text]" custT="1"/>
      <dgm:spPr>
        <a:ln>
          <a:noFill/>
        </a:ln>
      </dgm:spPr>
      <dgm:t>
        <a:bodyPr/>
        <a:lstStyle/>
        <a:p>
          <a:r>
            <a:rPr lang="en-US" sz="2000" b="1" dirty="0">
              <a:solidFill>
                <a:schemeClr val="tx1">
                  <a:lumMod val="50000"/>
                  <a:lumOff val="50000"/>
                </a:schemeClr>
              </a:solidFill>
              <a:latin typeface="Quadraat" panose="02000503060000090004" pitchFamily="2" charset="0"/>
            </a:rPr>
            <a:t>Stercoral colitis</a:t>
          </a:r>
        </a:p>
      </dgm:t>
    </dgm:pt>
    <dgm:pt modelId="{0DA253A3-1ED6-4599-924F-1342736CB339}" type="parTrans" cxnId="{71A6226A-8723-4B86-826C-D49BC45305EC}">
      <dgm:prSet/>
      <dgm:spPr/>
      <dgm:t>
        <a:bodyPr/>
        <a:lstStyle/>
        <a:p>
          <a:endParaRPr lang="en-US">
            <a:solidFill>
              <a:schemeClr val="tx1">
                <a:lumMod val="50000"/>
                <a:lumOff val="50000"/>
              </a:schemeClr>
            </a:solidFill>
          </a:endParaRPr>
        </a:p>
      </dgm:t>
    </dgm:pt>
    <dgm:pt modelId="{AC374D1F-9541-414C-ACD4-B47CD41C6E68}" type="sibTrans" cxnId="{71A6226A-8723-4B86-826C-D49BC45305EC}">
      <dgm:prSet/>
      <dgm:spPr/>
      <dgm:t>
        <a:bodyPr/>
        <a:lstStyle/>
        <a:p>
          <a:endParaRPr lang="en-US">
            <a:solidFill>
              <a:schemeClr val="tx1">
                <a:lumMod val="50000"/>
                <a:lumOff val="50000"/>
              </a:schemeClr>
            </a:solidFill>
          </a:endParaRPr>
        </a:p>
      </dgm:t>
    </dgm:pt>
    <dgm:pt modelId="{A7ED2338-08F4-4616-A434-3B8CFFC8780A}">
      <dgm:prSet phldrT="[Text]" custT="1"/>
      <dgm:spPr>
        <a:ln>
          <a:noFill/>
        </a:ln>
      </dgm:spPr>
      <dgm:t>
        <a:bodyPr/>
        <a:lstStyle/>
        <a:p>
          <a:r>
            <a:rPr lang="en-US" sz="2000" b="1" dirty="0">
              <a:solidFill>
                <a:schemeClr val="tx1">
                  <a:lumMod val="50000"/>
                  <a:lumOff val="50000"/>
                </a:schemeClr>
              </a:solidFill>
              <a:latin typeface="Quadraat" panose="02000503060000090004" pitchFamily="2" charset="0"/>
            </a:rPr>
            <a:t>Non-infectious</a:t>
          </a:r>
          <a:endParaRPr lang="en-US" sz="1600" b="1" dirty="0">
            <a:solidFill>
              <a:schemeClr val="tx1">
                <a:lumMod val="50000"/>
                <a:lumOff val="50000"/>
              </a:schemeClr>
            </a:solidFill>
            <a:latin typeface="Quadraat" panose="02000503060000090004" pitchFamily="2" charset="0"/>
          </a:endParaRPr>
        </a:p>
      </dgm:t>
    </dgm:pt>
    <dgm:pt modelId="{153D05CC-920D-41F3-93C2-AE98036EB540}" type="sibTrans" cxnId="{472BB7C3-9B18-49CA-B7F8-82F285D3AA04}">
      <dgm:prSet/>
      <dgm:spPr/>
      <dgm:t>
        <a:bodyPr/>
        <a:lstStyle/>
        <a:p>
          <a:endParaRPr lang="en-US">
            <a:solidFill>
              <a:schemeClr val="tx1">
                <a:lumMod val="50000"/>
                <a:lumOff val="50000"/>
              </a:schemeClr>
            </a:solidFill>
          </a:endParaRPr>
        </a:p>
      </dgm:t>
    </dgm:pt>
    <dgm:pt modelId="{D34C8378-217F-4B6A-B113-82068511B324}" type="parTrans" cxnId="{472BB7C3-9B18-49CA-B7F8-82F285D3AA04}">
      <dgm:prSet/>
      <dgm:spPr/>
      <dgm:t>
        <a:bodyPr/>
        <a:lstStyle/>
        <a:p>
          <a:endParaRPr lang="en-US">
            <a:solidFill>
              <a:schemeClr val="tx1">
                <a:lumMod val="50000"/>
                <a:lumOff val="50000"/>
              </a:schemeClr>
            </a:solidFill>
          </a:endParaRPr>
        </a:p>
      </dgm:t>
    </dgm:pt>
    <dgm:pt modelId="{A4012437-E92D-46F2-9904-1D42B3E46CFC}" type="pres">
      <dgm:prSet presAssocID="{8A939B0A-D162-4E9C-8DB4-27D14D42A036}" presName="hierChild1" presStyleCnt="0">
        <dgm:presLayoutVars>
          <dgm:orgChart val="1"/>
          <dgm:chPref val="1"/>
          <dgm:dir/>
          <dgm:animOne val="branch"/>
          <dgm:animLvl val="lvl"/>
          <dgm:resizeHandles/>
        </dgm:presLayoutVars>
      </dgm:prSet>
      <dgm:spPr/>
    </dgm:pt>
    <dgm:pt modelId="{854D2E29-AA0F-4FCD-BC0F-34D04C174400}" type="pres">
      <dgm:prSet presAssocID="{5A9C9ECE-4E7E-484D-AAEE-B544CBBE5267}" presName="hierRoot1" presStyleCnt="0">
        <dgm:presLayoutVars>
          <dgm:hierBranch val="init"/>
        </dgm:presLayoutVars>
      </dgm:prSet>
      <dgm:spPr/>
    </dgm:pt>
    <dgm:pt modelId="{1FCE368B-5EC7-47B6-960A-6FBA0783E5C7}" type="pres">
      <dgm:prSet presAssocID="{5A9C9ECE-4E7E-484D-AAEE-B544CBBE5267}" presName="rootComposite1" presStyleCnt="0"/>
      <dgm:spPr/>
    </dgm:pt>
    <dgm:pt modelId="{E15050B2-88F8-462B-ABAA-97C9D7ED2B93}" type="pres">
      <dgm:prSet presAssocID="{5A9C9ECE-4E7E-484D-AAEE-B544CBBE5267}" presName="rootText1" presStyleLbl="node0" presStyleIdx="0" presStyleCnt="1">
        <dgm:presLayoutVars>
          <dgm:chPref val="3"/>
        </dgm:presLayoutVars>
      </dgm:prSet>
      <dgm:spPr/>
    </dgm:pt>
    <dgm:pt modelId="{A1462658-AF5A-457C-88E7-D24907DA29B5}" type="pres">
      <dgm:prSet presAssocID="{5A9C9ECE-4E7E-484D-AAEE-B544CBBE5267}" presName="rootConnector1" presStyleLbl="node1" presStyleIdx="0" presStyleCnt="0"/>
      <dgm:spPr/>
    </dgm:pt>
    <dgm:pt modelId="{6374C418-0719-49E8-9578-FE7456696479}" type="pres">
      <dgm:prSet presAssocID="{5A9C9ECE-4E7E-484D-AAEE-B544CBBE5267}" presName="hierChild2" presStyleCnt="0"/>
      <dgm:spPr/>
    </dgm:pt>
    <dgm:pt modelId="{7A01391E-93CE-40FA-9452-C796910618C1}" type="pres">
      <dgm:prSet presAssocID="{F570724D-E427-4DCA-8676-D6381F735015}" presName="Name37" presStyleLbl="parChTrans1D2" presStyleIdx="0" presStyleCnt="4"/>
      <dgm:spPr/>
    </dgm:pt>
    <dgm:pt modelId="{B3291B27-8049-4E75-BBDE-1A766A582185}" type="pres">
      <dgm:prSet presAssocID="{7250FF49-7041-4C04-A8A2-47EAA3CF68E3}" presName="hierRoot2" presStyleCnt="0">
        <dgm:presLayoutVars>
          <dgm:hierBranch val="init"/>
        </dgm:presLayoutVars>
      </dgm:prSet>
      <dgm:spPr/>
    </dgm:pt>
    <dgm:pt modelId="{9A38FF12-D4B6-44AA-BF47-AEA20C91D378}" type="pres">
      <dgm:prSet presAssocID="{7250FF49-7041-4C04-A8A2-47EAA3CF68E3}" presName="rootComposite" presStyleCnt="0"/>
      <dgm:spPr/>
    </dgm:pt>
    <dgm:pt modelId="{83AD6314-B879-4416-9AC4-9F1DC9AAC35D}" type="pres">
      <dgm:prSet presAssocID="{7250FF49-7041-4C04-A8A2-47EAA3CF68E3}" presName="rootText" presStyleLbl="node2" presStyleIdx="0" presStyleCnt="4">
        <dgm:presLayoutVars>
          <dgm:chPref val="3"/>
        </dgm:presLayoutVars>
      </dgm:prSet>
      <dgm:spPr/>
    </dgm:pt>
    <dgm:pt modelId="{F1E4D8ED-F937-4E35-A727-E5B8FF6DC4E6}" type="pres">
      <dgm:prSet presAssocID="{7250FF49-7041-4C04-A8A2-47EAA3CF68E3}" presName="rootConnector" presStyleLbl="node2" presStyleIdx="0" presStyleCnt="4"/>
      <dgm:spPr/>
    </dgm:pt>
    <dgm:pt modelId="{E7D677C3-B39A-47B6-AEA6-1D585FED1E21}" type="pres">
      <dgm:prSet presAssocID="{7250FF49-7041-4C04-A8A2-47EAA3CF68E3}" presName="hierChild4" presStyleCnt="0"/>
      <dgm:spPr/>
    </dgm:pt>
    <dgm:pt modelId="{0C772841-D993-471A-885D-64C5F3629BFB}" type="pres">
      <dgm:prSet presAssocID="{F42CD1A1-F896-4C28-A476-91F382076B2A}" presName="Name37" presStyleLbl="parChTrans1D3" presStyleIdx="0" presStyleCnt="5"/>
      <dgm:spPr/>
    </dgm:pt>
    <dgm:pt modelId="{A6D797FC-1BAE-42E9-9EBA-950665B937E9}" type="pres">
      <dgm:prSet presAssocID="{EC278A12-909E-4655-88E7-F7FC6F098998}" presName="hierRoot2" presStyleCnt="0">
        <dgm:presLayoutVars>
          <dgm:hierBranch val="init"/>
        </dgm:presLayoutVars>
      </dgm:prSet>
      <dgm:spPr/>
    </dgm:pt>
    <dgm:pt modelId="{B0AE7B89-4CF4-4FCF-96DF-E1AF722F25B9}" type="pres">
      <dgm:prSet presAssocID="{EC278A12-909E-4655-88E7-F7FC6F098998}" presName="rootComposite" presStyleCnt="0"/>
      <dgm:spPr/>
    </dgm:pt>
    <dgm:pt modelId="{9DD6F0EF-DE67-483A-804F-D8EA8E18ACA7}" type="pres">
      <dgm:prSet presAssocID="{EC278A12-909E-4655-88E7-F7FC6F098998}" presName="rootText" presStyleLbl="node3" presStyleIdx="0" presStyleCnt="5">
        <dgm:presLayoutVars>
          <dgm:chPref val="3"/>
        </dgm:presLayoutVars>
      </dgm:prSet>
      <dgm:spPr/>
    </dgm:pt>
    <dgm:pt modelId="{3197D998-44A5-4DEE-A505-EA65B8E1C2F6}" type="pres">
      <dgm:prSet presAssocID="{EC278A12-909E-4655-88E7-F7FC6F098998}" presName="rootConnector" presStyleLbl="node3" presStyleIdx="0" presStyleCnt="5"/>
      <dgm:spPr/>
    </dgm:pt>
    <dgm:pt modelId="{E3D4D6ED-52B2-4A4F-9220-80761E33A197}" type="pres">
      <dgm:prSet presAssocID="{EC278A12-909E-4655-88E7-F7FC6F098998}" presName="hierChild4" presStyleCnt="0"/>
      <dgm:spPr/>
    </dgm:pt>
    <dgm:pt modelId="{BC590AB5-E9A1-4624-9F3C-01321FEEE14A}" type="pres">
      <dgm:prSet presAssocID="{EC278A12-909E-4655-88E7-F7FC6F098998}" presName="hierChild5" presStyleCnt="0"/>
      <dgm:spPr/>
    </dgm:pt>
    <dgm:pt modelId="{C0630CBA-4950-4E52-A631-1A193AAD2B31}" type="pres">
      <dgm:prSet presAssocID="{37905042-CD54-4AB6-B6AA-830E67CFE76C}" presName="Name37" presStyleLbl="parChTrans1D3" presStyleIdx="1" presStyleCnt="5"/>
      <dgm:spPr/>
    </dgm:pt>
    <dgm:pt modelId="{B47E6339-9A1D-4947-903E-82A6B64A1C8D}" type="pres">
      <dgm:prSet presAssocID="{2A94FD96-7ACA-4E3E-97B3-3666E3413291}" presName="hierRoot2" presStyleCnt="0">
        <dgm:presLayoutVars>
          <dgm:hierBranch val="init"/>
        </dgm:presLayoutVars>
      </dgm:prSet>
      <dgm:spPr/>
    </dgm:pt>
    <dgm:pt modelId="{6AF0632F-3547-4FCE-92EC-A7CAED4C5E62}" type="pres">
      <dgm:prSet presAssocID="{2A94FD96-7ACA-4E3E-97B3-3666E3413291}" presName="rootComposite" presStyleCnt="0"/>
      <dgm:spPr/>
    </dgm:pt>
    <dgm:pt modelId="{2EEA523E-5E73-41FA-94C3-F908A226C098}" type="pres">
      <dgm:prSet presAssocID="{2A94FD96-7ACA-4E3E-97B3-3666E3413291}" presName="rootText" presStyleLbl="node3" presStyleIdx="1" presStyleCnt="5">
        <dgm:presLayoutVars>
          <dgm:chPref val="3"/>
        </dgm:presLayoutVars>
      </dgm:prSet>
      <dgm:spPr/>
    </dgm:pt>
    <dgm:pt modelId="{0374182C-A4AB-47A5-BF0E-1D8A8049DD9B}" type="pres">
      <dgm:prSet presAssocID="{2A94FD96-7ACA-4E3E-97B3-3666E3413291}" presName="rootConnector" presStyleLbl="node3" presStyleIdx="1" presStyleCnt="5"/>
      <dgm:spPr/>
    </dgm:pt>
    <dgm:pt modelId="{E7CDFB16-B824-484B-9A2B-A34948E85427}" type="pres">
      <dgm:prSet presAssocID="{2A94FD96-7ACA-4E3E-97B3-3666E3413291}" presName="hierChild4" presStyleCnt="0"/>
      <dgm:spPr/>
    </dgm:pt>
    <dgm:pt modelId="{5C0CACC4-0138-44E4-A571-53C834DD13A8}" type="pres">
      <dgm:prSet presAssocID="{2A94FD96-7ACA-4E3E-97B3-3666E3413291}" presName="hierChild5" presStyleCnt="0"/>
      <dgm:spPr/>
    </dgm:pt>
    <dgm:pt modelId="{12698050-BB36-4D68-8A72-E58CBA8BC7FC}" type="pres">
      <dgm:prSet presAssocID="{D37EBB86-2259-4161-B9E0-498C278357CB}" presName="Name37" presStyleLbl="parChTrans1D3" presStyleIdx="2" presStyleCnt="5"/>
      <dgm:spPr/>
    </dgm:pt>
    <dgm:pt modelId="{823221D7-9F1B-4498-8401-B108CCB9167C}" type="pres">
      <dgm:prSet presAssocID="{9F5CB72B-A35D-41A7-98AA-06CF30D69E89}" presName="hierRoot2" presStyleCnt="0">
        <dgm:presLayoutVars>
          <dgm:hierBranch val="init"/>
        </dgm:presLayoutVars>
      </dgm:prSet>
      <dgm:spPr/>
    </dgm:pt>
    <dgm:pt modelId="{2545282A-DDAD-4828-BE8A-B3E3F56489ED}" type="pres">
      <dgm:prSet presAssocID="{9F5CB72B-A35D-41A7-98AA-06CF30D69E89}" presName="rootComposite" presStyleCnt="0"/>
      <dgm:spPr/>
    </dgm:pt>
    <dgm:pt modelId="{7FA757EC-2723-434F-BE24-861DF2387C73}" type="pres">
      <dgm:prSet presAssocID="{9F5CB72B-A35D-41A7-98AA-06CF30D69E89}" presName="rootText" presStyleLbl="node3" presStyleIdx="2" presStyleCnt="5">
        <dgm:presLayoutVars>
          <dgm:chPref val="3"/>
        </dgm:presLayoutVars>
      </dgm:prSet>
      <dgm:spPr/>
    </dgm:pt>
    <dgm:pt modelId="{E3B3A067-1C4F-4F32-8FA1-5E3D1CDD3721}" type="pres">
      <dgm:prSet presAssocID="{9F5CB72B-A35D-41A7-98AA-06CF30D69E89}" presName="rootConnector" presStyleLbl="node3" presStyleIdx="2" presStyleCnt="5"/>
      <dgm:spPr/>
    </dgm:pt>
    <dgm:pt modelId="{A14A263A-F0A6-49CF-B859-9A5051774407}" type="pres">
      <dgm:prSet presAssocID="{9F5CB72B-A35D-41A7-98AA-06CF30D69E89}" presName="hierChild4" presStyleCnt="0"/>
      <dgm:spPr/>
    </dgm:pt>
    <dgm:pt modelId="{3C504FCB-2E6E-4DA6-9C88-4DE299D3BD5A}" type="pres">
      <dgm:prSet presAssocID="{193ACE96-7C80-4DD2-8677-1DC6724E52D8}" presName="Name37" presStyleLbl="parChTrans1D4" presStyleIdx="0" presStyleCnt="4"/>
      <dgm:spPr/>
    </dgm:pt>
    <dgm:pt modelId="{F7D4E092-1D54-48A2-B110-A9BFD401B26C}" type="pres">
      <dgm:prSet presAssocID="{D9B9F529-7B23-4658-8228-8EFA70A8E387}" presName="hierRoot2" presStyleCnt="0">
        <dgm:presLayoutVars>
          <dgm:hierBranch val="init"/>
        </dgm:presLayoutVars>
      </dgm:prSet>
      <dgm:spPr/>
    </dgm:pt>
    <dgm:pt modelId="{C87C8F5B-FE32-4E65-8C6D-2D38BAE18961}" type="pres">
      <dgm:prSet presAssocID="{D9B9F529-7B23-4658-8228-8EFA70A8E387}" presName="rootComposite" presStyleCnt="0"/>
      <dgm:spPr/>
    </dgm:pt>
    <dgm:pt modelId="{A76D1DC8-2216-4F7B-B9E7-D4ABBA46FA96}" type="pres">
      <dgm:prSet presAssocID="{D9B9F529-7B23-4658-8228-8EFA70A8E387}" presName="rootText" presStyleLbl="node4" presStyleIdx="0" presStyleCnt="4">
        <dgm:presLayoutVars>
          <dgm:chPref val="3"/>
        </dgm:presLayoutVars>
      </dgm:prSet>
      <dgm:spPr/>
    </dgm:pt>
    <dgm:pt modelId="{378C40D6-DC76-4521-BF20-90EB5C798BAB}" type="pres">
      <dgm:prSet presAssocID="{D9B9F529-7B23-4658-8228-8EFA70A8E387}" presName="rootConnector" presStyleLbl="node4" presStyleIdx="0" presStyleCnt="4"/>
      <dgm:spPr/>
    </dgm:pt>
    <dgm:pt modelId="{E8E6E61D-F75F-4A34-A78C-457C479280E5}" type="pres">
      <dgm:prSet presAssocID="{D9B9F529-7B23-4658-8228-8EFA70A8E387}" presName="hierChild4" presStyleCnt="0"/>
      <dgm:spPr/>
    </dgm:pt>
    <dgm:pt modelId="{5AED2E24-BCF3-413E-989A-2748C3367791}" type="pres">
      <dgm:prSet presAssocID="{D9B9F529-7B23-4658-8228-8EFA70A8E387}" presName="hierChild5" presStyleCnt="0"/>
      <dgm:spPr/>
    </dgm:pt>
    <dgm:pt modelId="{5644CC13-E5BF-4E6A-8163-A242F47CC8EC}" type="pres">
      <dgm:prSet presAssocID="{9F5CB72B-A35D-41A7-98AA-06CF30D69E89}" presName="hierChild5" presStyleCnt="0"/>
      <dgm:spPr/>
    </dgm:pt>
    <dgm:pt modelId="{49E3F010-FDA7-43B3-8BA3-659B43EC86D2}" type="pres">
      <dgm:prSet presAssocID="{7250FF49-7041-4C04-A8A2-47EAA3CF68E3}" presName="hierChild5" presStyleCnt="0"/>
      <dgm:spPr/>
    </dgm:pt>
    <dgm:pt modelId="{CA3A2A72-02C2-4D3E-8B0D-189DD8280121}" type="pres">
      <dgm:prSet presAssocID="{D34C8378-217F-4B6A-B113-82068511B324}" presName="Name37" presStyleLbl="parChTrans1D2" presStyleIdx="1" presStyleCnt="4"/>
      <dgm:spPr/>
    </dgm:pt>
    <dgm:pt modelId="{5E55806C-03CF-4633-A763-321278846BEB}" type="pres">
      <dgm:prSet presAssocID="{A7ED2338-08F4-4616-A434-3B8CFFC8780A}" presName="hierRoot2" presStyleCnt="0">
        <dgm:presLayoutVars>
          <dgm:hierBranch val="init"/>
        </dgm:presLayoutVars>
      </dgm:prSet>
      <dgm:spPr/>
    </dgm:pt>
    <dgm:pt modelId="{94D5CE2C-1AE1-4BFE-A544-A314ABCF6C91}" type="pres">
      <dgm:prSet presAssocID="{A7ED2338-08F4-4616-A434-3B8CFFC8780A}" presName="rootComposite" presStyleCnt="0"/>
      <dgm:spPr/>
    </dgm:pt>
    <dgm:pt modelId="{AA34BE2E-FC84-4090-AAC2-3368543E2781}" type="pres">
      <dgm:prSet presAssocID="{A7ED2338-08F4-4616-A434-3B8CFFC8780A}" presName="rootText" presStyleLbl="node2" presStyleIdx="1" presStyleCnt="4">
        <dgm:presLayoutVars>
          <dgm:chPref val="3"/>
        </dgm:presLayoutVars>
      </dgm:prSet>
      <dgm:spPr/>
    </dgm:pt>
    <dgm:pt modelId="{A61E6E0A-AD4D-44C1-B15A-E214C1CA42F3}" type="pres">
      <dgm:prSet presAssocID="{A7ED2338-08F4-4616-A434-3B8CFFC8780A}" presName="rootConnector" presStyleLbl="node2" presStyleIdx="1" presStyleCnt="4"/>
      <dgm:spPr/>
    </dgm:pt>
    <dgm:pt modelId="{CFA60464-BE13-4D4F-BDA0-D0A0329B2488}" type="pres">
      <dgm:prSet presAssocID="{A7ED2338-08F4-4616-A434-3B8CFFC8780A}" presName="hierChild4" presStyleCnt="0"/>
      <dgm:spPr/>
    </dgm:pt>
    <dgm:pt modelId="{4BE98F93-7B39-4033-89C1-AE1D1012B095}" type="pres">
      <dgm:prSet presAssocID="{501AD19C-E21A-484E-BCAB-9BFC5B37E754}" presName="Name37" presStyleLbl="parChTrans1D3" presStyleIdx="3" presStyleCnt="5"/>
      <dgm:spPr/>
    </dgm:pt>
    <dgm:pt modelId="{012B2C30-9B84-4DB8-83CC-BF026E0BC38E}" type="pres">
      <dgm:prSet presAssocID="{0A3F8D28-AACC-4FC2-B4B5-0C7AD8BE1259}" presName="hierRoot2" presStyleCnt="0">
        <dgm:presLayoutVars>
          <dgm:hierBranch val="init"/>
        </dgm:presLayoutVars>
      </dgm:prSet>
      <dgm:spPr/>
    </dgm:pt>
    <dgm:pt modelId="{3ED56C27-3F69-4083-B00F-148BC65AF4CC}" type="pres">
      <dgm:prSet presAssocID="{0A3F8D28-AACC-4FC2-B4B5-0C7AD8BE1259}" presName="rootComposite" presStyleCnt="0"/>
      <dgm:spPr/>
    </dgm:pt>
    <dgm:pt modelId="{E80D2B89-0CD5-429E-BEBF-FBCEB5AA986C}" type="pres">
      <dgm:prSet presAssocID="{0A3F8D28-AACC-4FC2-B4B5-0C7AD8BE1259}" presName="rootText" presStyleLbl="node3" presStyleIdx="3" presStyleCnt="5">
        <dgm:presLayoutVars>
          <dgm:chPref val="3"/>
        </dgm:presLayoutVars>
      </dgm:prSet>
      <dgm:spPr/>
    </dgm:pt>
    <dgm:pt modelId="{A2275836-678C-4154-A4A2-4AFF09C4FE45}" type="pres">
      <dgm:prSet presAssocID="{0A3F8D28-AACC-4FC2-B4B5-0C7AD8BE1259}" presName="rootConnector" presStyleLbl="node3" presStyleIdx="3" presStyleCnt="5"/>
      <dgm:spPr/>
    </dgm:pt>
    <dgm:pt modelId="{034F5BE6-A3DC-4E2F-9768-B05E9866C107}" type="pres">
      <dgm:prSet presAssocID="{0A3F8D28-AACC-4FC2-B4B5-0C7AD8BE1259}" presName="hierChild4" presStyleCnt="0"/>
      <dgm:spPr/>
    </dgm:pt>
    <dgm:pt modelId="{7A0882ED-E778-4CC1-A87D-A1E4D55C443B}" type="pres">
      <dgm:prSet presAssocID="{0A3F8D28-AACC-4FC2-B4B5-0C7AD8BE1259}" presName="hierChild5" presStyleCnt="0"/>
      <dgm:spPr/>
    </dgm:pt>
    <dgm:pt modelId="{74424E00-2D8D-4130-9C33-77997EC7227D}" type="pres">
      <dgm:prSet presAssocID="{E238A16F-FE16-4584-B802-4C93AE69B5C3}" presName="Name37" presStyleLbl="parChTrans1D3" presStyleIdx="4" presStyleCnt="5"/>
      <dgm:spPr/>
    </dgm:pt>
    <dgm:pt modelId="{5187795E-6932-498E-B048-ED7A6B6E90C8}" type="pres">
      <dgm:prSet presAssocID="{84962E15-CAB6-440B-B2B8-631DC2943F63}" presName="hierRoot2" presStyleCnt="0">
        <dgm:presLayoutVars>
          <dgm:hierBranch val="init"/>
        </dgm:presLayoutVars>
      </dgm:prSet>
      <dgm:spPr/>
    </dgm:pt>
    <dgm:pt modelId="{BB42B395-BFBF-43AB-8345-FD6E81DE9F94}" type="pres">
      <dgm:prSet presAssocID="{84962E15-CAB6-440B-B2B8-631DC2943F63}" presName="rootComposite" presStyleCnt="0"/>
      <dgm:spPr/>
    </dgm:pt>
    <dgm:pt modelId="{1A61A3F9-484A-4034-9D5D-961CD5F008F4}" type="pres">
      <dgm:prSet presAssocID="{84962E15-CAB6-440B-B2B8-631DC2943F63}" presName="rootText" presStyleLbl="node3" presStyleIdx="4" presStyleCnt="5">
        <dgm:presLayoutVars>
          <dgm:chPref val="3"/>
        </dgm:presLayoutVars>
      </dgm:prSet>
      <dgm:spPr/>
    </dgm:pt>
    <dgm:pt modelId="{F8497126-FACB-41E8-B5FF-53E092E3C395}" type="pres">
      <dgm:prSet presAssocID="{84962E15-CAB6-440B-B2B8-631DC2943F63}" presName="rootConnector" presStyleLbl="node3" presStyleIdx="4" presStyleCnt="5"/>
      <dgm:spPr/>
    </dgm:pt>
    <dgm:pt modelId="{D30CE427-E8D3-4A03-9C94-F8F80503A020}" type="pres">
      <dgm:prSet presAssocID="{84962E15-CAB6-440B-B2B8-631DC2943F63}" presName="hierChild4" presStyleCnt="0"/>
      <dgm:spPr/>
    </dgm:pt>
    <dgm:pt modelId="{AE8D7ED6-625E-4374-9A06-5DF22C702BC6}" type="pres">
      <dgm:prSet presAssocID="{F331FBC6-FC24-42E7-A597-3F3A894C818C}" presName="Name37" presStyleLbl="parChTrans1D4" presStyleIdx="1" presStyleCnt="4"/>
      <dgm:spPr/>
    </dgm:pt>
    <dgm:pt modelId="{33CC5B3B-6CD0-4E91-B5D9-F207AEC44D6D}" type="pres">
      <dgm:prSet presAssocID="{3BD2C283-7E94-4BD5-9749-369E8BAA337E}" presName="hierRoot2" presStyleCnt="0">
        <dgm:presLayoutVars>
          <dgm:hierBranch val="init"/>
        </dgm:presLayoutVars>
      </dgm:prSet>
      <dgm:spPr/>
    </dgm:pt>
    <dgm:pt modelId="{D9D4BE6D-81AF-4569-B4A7-05C8DBC90FEA}" type="pres">
      <dgm:prSet presAssocID="{3BD2C283-7E94-4BD5-9749-369E8BAA337E}" presName="rootComposite" presStyleCnt="0"/>
      <dgm:spPr/>
    </dgm:pt>
    <dgm:pt modelId="{3685E721-8F13-49DC-BB28-1354E212A676}" type="pres">
      <dgm:prSet presAssocID="{3BD2C283-7E94-4BD5-9749-369E8BAA337E}" presName="rootText" presStyleLbl="node4" presStyleIdx="1" presStyleCnt="4">
        <dgm:presLayoutVars>
          <dgm:chPref val="3"/>
        </dgm:presLayoutVars>
      </dgm:prSet>
      <dgm:spPr/>
    </dgm:pt>
    <dgm:pt modelId="{F62BB89C-073F-486A-BDCB-C9144E7DE671}" type="pres">
      <dgm:prSet presAssocID="{3BD2C283-7E94-4BD5-9749-369E8BAA337E}" presName="rootConnector" presStyleLbl="node4" presStyleIdx="1" presStyleCnt="4"/>
      <dgm:spPr/>
    </dgm:pt>
    <dgm:pt modelId="{3073FD71-C13A-473F-B066-4CC5ABF95692}" type="pres">
      <dgm:prSet presAssocID="{3BD2C283-7E94-4BD5-9749-369E8BAA337E}" presName="hierChild4" presStyleCnt="0"/>
      <dgm:spPr/>
    </dgm:pt>
    <dgm:pt modelId="{BC8BBA5D-E690-49FE-85BD-E99AD74CEA37}" type="pres">
      <dgm:prSet presAssocID="{3BD2C283-7E94-4BD5-9749-369E8BAA337E}" presName="hierChild5" presStyleCnt="0"/>
      <dgm:spPr/>
    </dgm:pt>
    <dgm:pt modelId="{061ACB0F-7AE0-420C-9A12-894612F11681}" type="pres">
      <dgm:prSet presAssocID="{830854A3-0674-4FD6-8477-C2A390C426AF}" presName="Name37" presStyleLbl="parChTrans1D4" presStyleIdx="2" presStyleCnt="4"/>
      <dgm:spPr/>
    </dgm:pt>
    <dgm:pt modelId="{E5437770-4B0F-4AFD-890F-F2DCEB1EBA2B}" type="pres">
      <dgm:prSet presAssocID="{6C5FB294-FCB8-4256-8D64-79A8E7349BF7}" presName="hierRoot2" presStyleCnt="0">
        <dgm:presLayoutVars>
          <dgm:hierBranch val="init"/>
        </dgm:presLayoutVars>
      </dgm:prSet>
      <dgm:spPr/>
    </dgm:pt>
    <dgm:pt modelId="{4EC4F6C3-2BFC-48A1-8A0C-BE201B6C5E6E}" type="pres">
      <dgm:prSet presAssocID="{6C5FB294-FCB8-4256-8D64-79A8E7349BF7}" presName="rootComposite" presStyleCnt="0"/>
      <dgm:spPr/>
    </dgm:pt>
    <dgm:pt modelId="{5222E63F-9FEE-49C0-8690-EB7A2D2E44AD}" type="pres">
      <dgm:prSet presAssocID="{6C5FB294-FCB8-4256-8D64-79A8E7349BF7}" presName="rootText" presStyleLbl="node4" presStyleIdx="2" presStyleCnt="4">
        <dgm:presLayoutVars>
          <dgm:chPref val="3"/>
        </dgm:presLayoutVars>
      </dgm:prSet>
      <dgm:spPr/>
    </dgm:pt>
    <dgm:pt modelId="{759DE821-A806-485A-B8A2-47152A6081B0}" type="pres">
      <dgm:prSet presAssocID="{6C5FB294-FCB8-4256-8D64-79A8E7349BF7}" presName="rootConnector" presStyleLbl="node4" presStyleIdx="2" presStyleCnt="4"/>
      <dgm:spPr/>
    </dgm:pt>
    <dgm:pt modelId="{1F5EB754-9143-4312-B0F8-6C91FC97E48D}" type="pres">
      <dgm:prSet presAssocID="{6C5FB294-FCB8-4256-8D64-79A8E7349BF7}" presName="hierChild4" presStyleCnt="0"/>
      <dgm:spPr/>
    </dgm:pt>
    <dgm:pt modelId="{2DDC8228-B8DC-42F7-A3D8-4E68D09E6D11}" type="pres">
      <dgm:prSet presAssocID="{6C5FB294-FCB8-4256-8D64-79A8E7349BF7}" presName="hierChild5" presStyleCnt="0"/>
      <dgm:spPr/>
    </dgm:pt>
    <dgm:pt modelId="{31E2490A-8F2E-474A-9B86-D488AF39B84A}" type="pres">
      <dgm:prSet presAssocID="{439AE11B-2324-46ED-8AC2-0277F6AB7BD2}" presName="Name37" presStyleLbl="parChTrans1D4" presStyleIdx="3" presStyleCnt="4"/>
      <dgm:spPr/>
    </dgm:pt>
    <dgm:pt modelId="{0A56D229-6CDF-4A51-B261-1A864DBDE8B0}" type="pres">
      <dgm:prSet presAssocID="{F0D859D3-A13C-47A8-9625-6947DDF05AB5}" presName="hierRoot2" presStyleCnt="0">
        <dgm:presLayoutVars>
          <dgm:hierBranch val="init"/>
        </dgm:presLayoutVars>
      </dgm:prSet>
      <dgm:spPr/>
    </dgm:pt>
    <dgm:pt modelId="{9E6B2DBA-242D-4EB4-A76B-373D60B0168B}" type="pres">
      <dgm:prSet presAssocID="{F0D859D3-A13C-47A8-9625-6947DDF05AB5}" presName="rootComposite" presStyleCnt="0"/>
      <dgm:spPr/>
    </dgm:pt>
    <dgm:pt modelId="{4EDA75B9-89D1-4F08-B5A4-D9596EDD1E0F}" type="pres">
      <dgm:prSet presAssocID="{F0D859D3-A13C-47A8-9625-6947DDF05AB5}" presName="rootText" presStyleLbl="node4" presStyleIdx="3" presStyleCnt="4">
        <dgm:presLayoutVars>
          <dgm:chPref val="3"/>
        </dgm:presLayoutVars>
      </dgm:prSet>
      <dgm:spPr/>
    </dgm:pt>
    <dgm:pt modelId="{4E02DAFC-DDFC-4E0D-A397-D66AC4CDE3EA}" type="pres">
      <dgm:prSet presAssocID="{F0D859D3-A13C-47A8-9625-6947DDF05AB5}" presName="rootConnector" presStyleLbl="node4" presStyleIdx="3" presStyleCnt="4"/>
      <dgm:spPr/>
    </dgm:pt>
    <dgm:pt modelId="{075BF5BE-0B48-4FD5-BBE8-FDD77E1064C5}" type="pres">
      <dgm:prSet presAssocID="{F0D859D3-A13C-47A8-9625-6947DDF05AB5}" presName="hierChild4" presStyleCnt="0"/>
      <dgm:spPr/>
    </dgm:pt>
    <dgm:pt modelId="{F4C1085B-1598-4966-8D14-AB1361851FE1}" type="pres">
      <dgm:prSet presAssocID="{F0D859D3-A13C-47A8-9625-6947DDF05AB5}" presName="hierChild5" presStyleCnt="0"/>
      <dgm:spPr/>
    </dgm:pt>
    <dgm:pt modelId="{2BD25ECB-7B9D-48CA-B57D-D2839AA127EC}" type="pres">
      <dgm:prSet presAssocID="{84962E15-CAB6-440B-B2B8-631DC2943F63}" presName="hierChild5" presStyleCnt="0"/>
      <dgm:spPr/>
    </dgm:pt>
    <dgm:pt modelId="{EA82A6A3-54DE-418E-BBCC-46DF16D2B7EE}" type="pres">
      <dgm:prSet presAssocID="{A7ED2338-08F4-4616-A434-3B8CFFC8780A}" presName="hierChild5" presStyleCnt="0"/>
      <dgm:spPr/>
    </dgm:pt>
    <dgm:pt modelId="{8C1010B3-7423-4569-85B5-92A2B031B381}" type="pres">
      <dgm:prSet presAssocID="{D172A634-8F0A-4E15-8387-5B767C15DEF9}" presName="Name37" presStyleLbl="parChTrans1D2" presStyleIdx="2" presStyleCnt="4"/>
      <dgm:spPr/>
    </dgm:pt>
    <dgm:pt modelId="{257F67D0-D062-4963-A71B-9F99E417ECDC}" type="pres">
      <dgm:prSet presAssocID="{B681895F-8304-4041-ACC1-BEB05AF98182}" presName="hierRoot2" presStyleCnt="0">
        <dgm:presLayoutVars>
          <dgm:hierBranch val="init"/>
        </dgm:presLayoutVars>
      </dgm:prSet>
      <dgm:spPr/>
    </dgm:pt>
    <dgm:pt modelId="{F4B0DED3-C70A-4EDB-8CC8-25750466E0E2}" type="pres">
      <dgm:prSet presAssocID="{B681895F-8304-4041-ACC1-BEB05AF98182}" presName="rootComposite" presStyleCnt="0"/>
      <dgm:spPr/>
    </dgm:pt>
    <dgm:pt modelId="{CA5DDB09-08B4-4908-8981-24E62BA4EA6D}" type="pres">
      <dgm:prSet presAssocID="{B681895F-8304-4041-ACC1-BEB05AF98182}" presName="rootText" presStyleLbl="node2" presStyleIdx="2" presStyleCnt="4">
        <dgm:presLayoutVars>
          <dgm:chPref val="3"/>
        </dgm:presLayoutVars>
      </dgm:prSet>
      <dgm:spPr/>
    </dgm:pt>
    <dgm:pt modelId="{8A430EBA-C88B-4245-956E-400717C7A42F}" type="pres">
      <dgm:prSet presAssocID="{B681895F-8304-4041-ACC1-BEB05AF98182}" presName="rootConnector" presStyleLbl="node2" presStyleIdx="2" presStyleCnt="4"/>
      <dgm:spPr/>
    </dgm:pt>
    <dgm:pt modelId="{EDAED477-68DE-41B4-862A-ACABDE7EA828}" type="pres">
      <dgm:prSet presAssocID="{B681895F-8304-4041-ACC1-BEB05AF98182}" presName="hierChild4" presStyleCnt="0"/>
      <dgm:spPr/>
    </dgm:pt>
    <dgm:pt modelId="{54412B51-8D23-47F6-A726-FF0A8004BF15}" type="pres">
      <dgm:prSet presAssocID="{B681895F-8304-4041-ACC1-BEB05AF98182}" presName="hierChild5" presStyleCnt="0"/>
      <dgm:spPr/>
    </dgm:pt>
    <dgm:pt modelId="{EC57D64E-49FA-4452-806B-B16580D54436}" type="pres">
      <dgm:prSet presAssocID="{0DA253A3-1ED6-4599-924F-1342736CB339}" presName="Name37" presStyleLbl="parChTrans1D2" presStyleIdx="3" presStyleCnt="4"/>
      <dgm:spPr/>
    </dgm:pt>
    <dgm:pt modelId="{80EC6529-6DD7-4BF7-9B32-83B530A846AD}" type="pres">
      <dgm:prSet presAssocID="{5D098123-6031-47B6-B976-3E8DF3F20563}" presName="hierRoot2" presStyleCnt="0">
        <dgm:presLayoutVars>
          <dgm:hierBranch val="init"/>
        </dgm:presLayoutVars>
      </dgm:prSet>
      <dgm:spPr/>
    </dgm:pt>
    <dgm:pt modelId="{63C80A44-6936-45D5-B1C3-3473FE449E47}" type="pres">
      <dgm:prSet presAssocID="{5D098123-6031-47B6-B976-3E8DF3F20563}" presName="rootComposite" presStyleCnt="0"/>
      <dgm:spPr/>
    </dgm:pt>
    <dgm:pt modelId="{FF5C2157-F8FB-4FFA-A945-1C3C1376EEA2}" type="pres">
      <dgm:prSet presAssocID="{5D098123-6031-47B6-B976-3E8DF3F20563}" presName="rootText" presStyleLbl="node2" presStyleIdx="3" presStyleCnt="4">
        <dgm:presLayoutVars>
          <dgm:chPref val="3"/>
        </dgm:presLayoutVars>
      </dgm:prSet>
      <dgm:spPr/>
    </dgm:pt>
    <dgm:pt modelId="{DDB66660-EAC5-4990-B4C4-984612330EBB}" type="pres">
      <dgm:prSet presAssocID="{5D098123-6031-47B6-B976-3E8DF3F20563}" presName="rootConnector" presStyleLbl="node2" presStyleIdx="3" presStyleCnt="4"/>
      <dgm:spPr/>
    </dgm:pt>
    <dgm:pt modelId="{D8974E46-B681-4FF4-BD36-FC5CE9A2D17D}" type="pres">
      <dgm:prSet presAssocID="{5D098123-6031-47B6-B976-3E8DF3F20563}" presName="hierChild4" presStyleCnt="0"/>
      <dgm:spPr/>
    </dgm:pt>
    <dgm:pt modelId="{F6F39444-328A-4C36-A417-27A0E12F6DCE}" type="pres">
      <dgm:prSet presAssocID="{5D098123-6031-47B6-B976-3E8DF3F20563}" presName="hierChild5" presStyleCnt="0"/>
      <dgm:spPr/>
    </dgm:pt>
    <dgm:pt modelId="{2081EFEC-FAC5-402B-8476-10AF862ABC73}" type="pres">
      <dgm:prSet presAssocID="{5A9C9ECE-4E7E-484D-AAEE-B544CBBE5267}" presName="hierChild3" presStyleCnt="0"/>
      <dgm:spPr/>
    </dgm:pt>
  </dgm:ptLst>
  <dgm:cxnLst>
    <dgm:cxn modelId="{90581F02-5718-4432-9742-BF7264608DB3}" srcId="{9F5CB72B-A35D-41A7-98AA-06CF30D69E89}" destId="{D9B9F529-7B23-4658-8228-8EFA70A8E387}" srcOrd="0" destOrd="0" parTransId="{193ACE96-7C80-4DD2-8677-1DC6724E52D8}" sibTransId="{FD103AA3-FF27-4287-ADA5-4F6523F7D5F7}"/>
    <dgm:cxn modelId="{2677CF02-628B-4746-818C-ED763B37858D}" srcId="{A7ED2338-08F4-4616-A434-3B8CFFC8780A}" destId="{0A3F8D28-AACC-4FC2-B4B5-0C7AD8BE1259}" srcOrd="0" destOrd="0" parTransId="{501AD19C-E21A-484E-BCAB-9BFC5B37E754}" sibTransId="{027B60C7-7DE4-4C1A-B020-DAEA88472F8A}"/>
    <dgm:cxn modelId="{8A70DC0B-4E1F-424F-AA3A-BFB556EB81FE}" type="presOf" srcId="{3BD2C283-7E94-4BD5-9749-369E8BAA337E}" destId="{F62BB89C-073F-486A-BDCB-C9144E7DE671}" srcOrd="1" destOrd="0" presId="urn:microsoft.com/office/officeart/2005/8/layout/orgChart1"/>
    <dgm:cxn modelId="{AD520B12-9105-47E3-A6B6-425A2FCCA367}" type="presOf" srcId="{B681895F-8304-4041-ACC1-BEB05AF98182}" destId="{8A430EBA-C88B-4245-956E-400717C7A42F}" srcOrd="1" destOrd="0" presId="urn:microsoft.com/office/officeart/2005/8/layout/orgChart1"/>
    <dgm:cxn modelId="{F7CAAA2C-BDC8-4F84-BE21-33357BC229AE}" type="presOf" srcId="{D9B9F529-7B23-4658-8228-8EFA70A8E387}" destId="{378C40D6-DC76-4521-BF20-90EB5C798BAB}" srcOrd="1" destOrd="0" presId="urn:microsoft.com/office/officeart/2005/8/layout/orgChart1"/>
    <dgm:cxn modelId="{2D2E1137-C5D2-49A3-8EC7-D96207837393}" type="presOf" srcId="{6C5FB294-FCB8-4256-8D64-79A8E7349BF7}" destId="{5222E63F-9FEE-49C0-8690-EB7A2D2E44AD}" srcOrd="0" destOrd="0" presId="urn:microsoft.com/office/officeart/2005/8/layout/orgChart1"/>
    <dgm:cxn modelId="{E7AE363F-9AB4-49F0-A0B6-15A635878995}" srcId="{5A9C9ECE-4E7E-484D-AAEE-B544CBBE5267}" destId="{B681895F-8304-4041-ACC1-BEB05AF98182}" srcOrd="2" destOrd="0" parTransId="{D172A634-8F0A-4E15-8387-5B767C15DEF9}" sibTransId="{3A1D9765-56B6-4F25-9288-1B974C898670}"/>
    <dgm:cxn modelId="{8C952D40-483C-4DC7-B277-A77DD532BEF2}" type="presOf" srcId="{9F5CB72B-A35D-41A7-98AA-06CF30D69E89}" destId="{E3B3A067-1C4F-4F32-8FA1-5E3D1CDD3721}" srcOrd="1" destOrd="0" presId="urn:microsoft.com/office/officeart/2005/8/layout/orgChart1"/>
    <dgm:cxn modelId="{C204C248-32A4-4059-94F4-F8FE66E49B8C}" type="presOf" srcId="{501AD19C-E21A-484E-BCAB-9BFC5B37E754}" destId="{4BE98F93-7B39-4033-89C1-AE1D1012B095}" srcOrd="0" destOrd="0" presId="urn:microsoft.com/office/officeart/2005/8/layout/orgChart1"/>
    <dgm:cxn modelId="{FD5E3C4A-F400-4086-9903-94F1250560D5}" type="presOf" srcId="{0A3F8D28-AACC-4FC2-B4B5-0C7AD8BE1259}" destId="{E80D2B89-0CD5-429E-BEBF-FBCEB5AA986C}" srcOrd="0" destOrd="0" presId="urn:microsoft.com/office/officeart/2005/8/layout/orgChart1"/>
    <dgm:cxn modelId="{B1C49E4E-1A11-4FA2-93F4-3FCBB9BB27A3}" type="presOf" srcId="{3BD2C283-7E94-4BD5-9749-369E8BAA337E}" destId="{3685E721-8F13-49DC-BB28-1354E212A676}" srcOrd="0" destOrd="0" presId="urn:microsoft.com/office/officeart/2005/8/layout/orgChart1"/>
    <dgm:cxn modelId="{C90F6450-A1C3-452A-8E26-DE74A978AD4A}" srcId="{7250FF49-7041-4C04-A8A2-47EAA3CF68E3}" destId="{9F5CB72B-A35D-41A7-98AA-06CF30D69E89}" srcOrd="2" destOrd="0" parTransId="{D37EBB86-2259-4161-B9E0-498C278357CB}" sibTransId="{0B89ED20-AFE6-4BA9-B448-564694B8B610}"/>
    <dgm:cxn modelId="{32A70C54-76D6-40E6-906F-FE5BB0F9D098}" srcId="{8A939B0A-D162-4E9C-8DB4-27D14D42A036}" destId="{5A9C9ECE-4E7E-484D-AAEE-B544CBBE5267}" srcOrd="0" destOrd="0" parTransId="{C18400C1-4549-48EF-9A17-2E2443B48BE1}" sibTransId="{DFA0D251-F931-4272-AC98-88B1CFC3C6F7}"/>
    <dgm:cxn modelId="{3A176155-7970-4359-9B4E-81B5CCDD3DE4}" type="presOf" srcId="{F331FBC6-FC24-42E7-A597-3F3A894C818C}" destId="{AE8D7ED6-625E-4374-9A06-5DF22C702BC6}" srcOrd="0" destOrd="0" presId="urn:microsoft.com/office/officeart/2005/8/layout/orgChart1"/>
    <dgm:cxn modelId="{7975E659-56C7-45A3-A979-1D51CE7932F1}" type="presOf" srcId="{0DA253A3-1ED6-4599-924F-1342736CB339}" destId="{EC57D64E-49FA-4452-806B-B16580D54436}" srcOrd="0" destOrd="0" presId="urn:microsoft.com/office/officeart/2005/8/layout/orgChart1"/>
    <dgm:cxn modelId="{664D725A-83F6-4018-A86B-4E32A41A4F6E}" type="presOf" srcId="{84962E15-CAB6-440B-B2B8-631DC2943F63}" destId="{F8497126-FACB-41E8-B5FF-53E092E3C395}" srcOrd="1" destOrd="0" presId="urn:microsoft.com/office/officeart/2005/8/layout/orgChart1"/>
    <dgm:cxn modelId="{04B79E5A-14C4-4996-B795-F89050F79786}" type="presOf" srcId="{B681895F-8304-4041-ACC1-BEB05AF98182}" destId="{CA5DDB09-08B4-4908-8981-24E62BA4EA6D}" srcOrd="0" destOrd="0" presId="urn:microsoft.com/office/officeart/2005/8/layout/orgChart1"/>
    <dgm:cxn modelId="{F7222D5E-44C5-4748-9E67-8C76DDC1E41D}" srcId="{84962E15-CAB6-440B-B2B8-631DC2943F63}" destId="{F0D859D3-A13C-47A8-9625-6947DDF05AB5}" srcOrd="2" destOrd="0" parTransId="{439AE11B-2324-46ED-8AC2-0277F6AB7BD2}" sibTransId="{3A165EC4-D7A9-490E-A5EA-CAFC3177BB53}"/>
    <dgm:cxn modelId="{D9BFC55E-4E69-41D6-B17A-9CA1C8112855}" type="presOf" srcId="{5D098123-6031-47B6-B976-3E8DF3F20563}" destId="{FF5C2157-F8FB-4FFA-A945-1C3C1376EEA2}" srcOrd="0" destOrd="0" presId="urn:microsoft.com/office/officeart/2005/8/layout/orgChart1"/>
    <dgm:cxn modelId="{A09EBD62-DD11-45DA-B95F-848E13945E83}" type="presOf" srcId="{D172A634-8F0A-4E15-8387-5B767C15DEF9}" destId="{8C1010B3-7423-4569-85B5-92A2B031B381}" srcOrd="0" destOrd="0" presId="urn:microsoft.com/office/officeart/2005/8/layout/orgChart1"/>
    <dgm:cxn modelId="{0E59D367-05B7-43F1-B37E-F5F32A2F6323}" type="presOf" srcId="{0A3F8D28-AACC-4FC2-B4B5-0C7AD8BE1259}" destId="{A2275836-678C-4154-A4A2-4AFF09C4FE45}" srcOrd="1" destOrd="0" presId="urn:microsoft.com/office/officeart/2005/8/layout/orgChart1"/>
    <dgm:cxn modelId="{71A6226A-8723-4B86-826C-D49BC45305EC}" srcId="{5A9C9ECE-4E7E-484D-AAEE-B544CBBE5267}" destId="{5D098123-6031-47B6-B976-3E8DF3F20563}" srcOrd="3" destOrd="0" parTransId="{0DA253A3-1ED6-4599-924F-1342736CB339}" sibTransId="{AC374D1F-9541-414C-ACD4-B47CD41C6E68}"/>
    <dgm:cxn modelId="{91694570-EC93-4A32-89A3-D1010BF07EBF}" type="presOf" srcId="{7250FF49-7041-4C04-A8A2-47EAA3CF68E3}" destId="{83AD6314-B879-4416-9AC4-9F1DC9AAC35D}" srcOrd="0" destOrd="0" presId="urn:microsoft.com/office/officeart/2005/8/layout/orgChart1"/>
    <dgm:cxn modelId="{C23ED47E-F806-4D9E-BB2A-E7CE2247036B}" type="presOf" srcId="{5A9C9ECE-4E7E-484D-AAEE-B544CBBE5267}" destId="{A1462658-AF5A-457C-88E7-D24907DA29B5}" srcOrd="1" destOrd="0" presId="urn:microsoft.com/office/officeart/2005/8/layout/orgChart1"/>
    <dgm:cxn modelId="{D8EFE180-3E24-408A-A8BE-26D7D444AC5E}" type="presOf" srcId="{2A94FD96-7ACA-4E3E-97B3-3666E3413291}" destId="{0374182C-A4AB-47A5-BF0E-1D8A8049DD9B}" srcOrd="1" destOrd="0" presId="urn:microsoft.com/office/officeart/2005/8/layout/orgChart1"/>
    <dgm:cxn modelId="{9EF55783-F9A3-45BE-BA26-5E86F6F4E156}" type="presOf" srcId="{D34C8378-217F-4B6A-B113-82068511B324}" destId="{CA3A2A72-02C2-4D3E-8B0D-189DD8280121}" srcOrd="0" destOrd="0" presId="urn:microsoft.com/office/officeart/2005/8/layout/orgChart1"/>
    <dgm:cxn modelId="{6A7C7F84-9E56-4357-BE9F-A178063DE1C2}" type="presOf" srcId="{37905042-CD54-4AB6-B6AA-830E67CFE76C}" destId="{C0630CBA-4950-4E52-A631-1A193AAD2B31}" srcOrd="0" destOrd="0" presId="urn:microsoft.com/office/officeart/2005/8/layout/orgChart1"/>
    <dgm:cxn modelId="{DE965B8B-38CC-46A3-99F8-C09CD07754CA}" type="presOf" srcId="{D37EBB86-2259-4161-B9E0-498C278357CB}" destId="{12698050-BB36-4D68-8A72-E58CBA8BC7FC}" srcOrd="0" destOrd="0" presId="urn:microsoft.com/office/officeart/2005/8/layout/orgChart1"/>
    <dgm:cxn modelId="{7B32E78E-F1EA-4C9F-87B0-F2B7C943161E}" type="presOf" srcId="{6C5FB294-FCB8-4256-8D64-79A8E7349BF7}" destId="{759DE821-A806-485A-B8A2-47152A6081B0}" srcOrd="1" destOrd="0" presId="urn:microsoft.com/office/officeart/2005/8/layout/orgChart1"/>
    <dgm:cxn modelId="{A29E778F-EBAD-4297-BF2D-BFAA7E779D4A}" type="presOf" srcId="{EC278A12-909E-4655-88E7-F7FC6F098998}" destId="{9DD6F0EF-DE67-483A-804F-D8EA8E18ACA7}" srcOrd="0" destOrd="0" presId="urn:microsoft.com/office/officeart/2005/8/layout/orgChart1"/>
    <dgm:cxn modelId="{9036C190-23F5-4791-AADA-8B21E68AE193}" type="presOf" srcId="{830854A3-0674-4FD6-8477-C2A390C426AF}" destId="{061ACB0F-7AE0-420C-9A12-894612F11681}" srcOrd="0" destOrd="0" presId="urn:microsoft.com/office/officeart/2005/8/layout/orgChart1"/>
    <dgm:cxn modelId="{301B5F91-CF2D-4AA5-BF4E-B7C90EC59BA8}" srcId="{7250FF49-7041-4C04-A8A2-47EAA3CF68E3}" destId="{2A94FD96-7ACA-4E3E-97B3-3666E3413291}" srcOrd="1" destOrd="0" parTransId="{37905042-CD54-4AB6-B6AA-830E67CFE76C}" sibTransId="{9C3E6B94-1193-4988-AF1E-7F91F36E3818}"/>
    <dgm:cxn modelId="{F8BCE793-7E21-40AA-B9AD-A5193AF7C5F4}" srcId="{84962E15-CAB6-440B-B2B8-631DC2943F63}" destId="{6C5FB294-FCB8-4256-8D64-79A8E7349BF7}" srcOrd="1" destOrd="0" parTransId="{830854A3-0674-4FD6-8477-C2A390C426AF}" sibTransId="{CF8E7A9D-1FF5-4CB6-84F0-A405E2CC050E}"/>
    <dgm:cxn modelId="{2DCE8E97-8E4D-419C-9DB1-1BBFAC6E7B6C}" type="presOf" srcId="{5A9C9ECE-4E7E-484D-AAEE-B544CBBE5267}" destId="{E15050B2-88F8-462B-ABAA-97C9D7ED2B93}" srcOrd="0" destOrd="0" presId="urn:microsoft.com/office/officeart/2005/8/layout/orgChart1"/>
    <dgm:cxn modelId="{75BE4DA2-1181-4002-9E30-037FA3991776}" srcId="{7250FF49-7041-4C04-A8A2-47EAA3CF68E3}" destId="{EC278A12-909E-4655-88E7-F7FC6F098998}" srcOrd="0" destOrd="0" parTransId="{F42CD1A1-F896-4C28-A476-91F382076B2A}" sibTransId="{389C1B36-EA65-4767-B934-243AC3D8C549}"/>
    <dgm:cxn modelId="{21CC99A7-5867-4285-B198-F021D132F424}" type="presOf" srcId="{A7ED2338-08F4-4616-A434-3B8CFFC8780A}" destId="{AA34BE2E-FC84-4090-AAC2-3368543E2781}" srcOrd="0" destOrd="0" presId="urn:microsoft.com/office/officeart/2005/8/layout/orgChart1"/>
    <dgm:cxn modelId="{A70664B1-3966-4F47-82D7-E73AD1E4E4F5}" type="presOf" srcId="{8A939B0A-D162-4E9C-8DB4-27D14D42A036}" destId="{A4012437-E92D-46F2-9904-1D42B3E46CFC}" srcOrd="0" destOrd="0" presId="urn:microsoft.com/office/officeart/2005/8/layout/orgChart1"/>
    <dgm:cxn modelId="{7480C8B8-FD1B-49D8-9C71-79F270A50E34}" type="presOf" srcId="{9F5CB72B-A35D-41A7-98AA-06CF30D69E89}" destId="{7FA757EC-2723-434F-BE24-861DF2387C73}" srcOrd="0" destOrd="0" presId="urn:microsoft.com/office/officeart/2005/8/layout/orgChart1"/>
    <dgm:cxn modelId="{472BB7C3-9B18-49CA-B7F8-82F285D3AA04}" srcId="{5A9C9ECE-4E7E-484D-AAEE-B544CBBE5267}" destId="{A7ED2338-08F4-4616-A434-3B8CFFC8780A}" srcOrd="1" destOrd="0" parTransId="{D34C8378-217F-4B6A-B113-82068511B324}" sibTransId="{153D05CC-920D-41F3-93C2-AE98036EB540}"/>
    <dgm:cxn modelId="{0C5AADC7-A498-41DA-9A9A-328F407692E3}" type="presOf" srcId="{F0D859D3-A13C-47A8-9625-6947DDF05AB5}" destId="{4E02DAFC-DDFC-4E0D-A397-D66AC4CDE3EA}" srcOrd="1" destOrd="0" presId="urn:microsoft.com/office/officeart/2005/8/layout/orgChart1"/>
    <dgm:cxn modelId="{DAE953D0-8539-4597-A345-C1F9E74C52CB}" type="presOf" srcId="{84962E15-CAB6-440B-B2B8-631DC2943F63}" destId="{1A61A3F9-484A-4034-9D5D-961CD5F008F4}" srcOrd="0" destOrd="0" presId="urn:microsoft.com/office/officeart/2005/8/layout/orgChart1"/>
    <dgm:cxn modelId="{F8894DD6-B086-40A5-8641-5417E3F69ECC}" type="presOf" srcId="{439AE11B-2324-46ED-8AC2-0277F6AB7BD2}" destId="{31E2490A-8F2E-474A-9B86-D488AF39B84A}" srcOrd="0" destOrd="0" presId="urn:microsoft.com/office/officeart/2005/8/layout/orgChart1"/>
    <dgm:cxn modelId="{451026DA-16BB-4661-B75A-CF73A3B67C20}" type="presOf" srcId="{D9B9F529-7B23-4658-8228-8EFA70A8E387}" destId="{A76D1DC8-2216-4F7B-B9E7-D4ABBA46FA96}" srcOrd="0" destOrd="0" presId="urn:microsoft.com/office/officeart/2005/8/layout/orgChart1"/>
    <dgm:cxn modelId="{F41BFEDC-9DAB-4205-BF61-BF86AAB96C38}" srcId="{A7ED2338-08F4-4616-A434-3B8CFFC8780A}" destId="{84962E15-CAB6-440B-B2B8-631DC2943F63}" srcOrd="1" destOrd="0" parTransId="{E238A16F-FE16-4584-B802-4C93AE69B5C3}" sibTransId="{483F9773-9518-4EAE-96EA-069E0A883FA7}"/>
    <dgm:cxn modelId="{B16F60DE-9B59-48E8-AD04-A1C683F480CD}" type="presOf" srcId="{EC278A12-909E-4655-88E7-F7FC6F098998}" destId="{3197D998-44A5-4DEE-A505-EA65B8E1C2F6}" srcOrd="1" destOrd="0" presId="urn:microsoft.com/office/officeart/2005/8/layout/orgChart1"/>
    <dgm:cxn modelId="{39D5F5DE-B234-40C5-83CC-0DD75BFFBFBF}" type="presOf" srcId="{2A94FD96-7ACA-4E3E-97B3-3666E3413291}" destId="{2EEA523E-5E73-41FA-94C3-F908A226C098}" srcOrd="0" destOrd="0" presId="urn:microsoft.com/office/officeart/2005/8/layout/orgChart1"/>
    <dgm:cxn modelId="{58ABA6DF-CAD2-4CCD-9BCD-055F62B54F80}" type="presOf" srcId="{F0D859D3-A13C-47A8-9625-6947DDF05AB5}" destId="{4EDA75B9-89D1-4F08-B5A4-D9596EDD1E0F}" srcOrd="0" destOrd="0" presId="urn:microsoft.com/office/officeart/2005/8/layout/orgChart1"/>
    <dgm:cxn modelId="{3E4B16E3-FD69-4013-9F26-EB4A09FC37D7}" type="presOf" srcId="{F570724D-E427-4DCA-8676-D6381F735015}" destId="{7A01391E-93CE-40FA-9452-C796910618C1}" srcOrd="0" destOrd="0" presId="urn:microsoft.com/office/officeart/2005/8/layout/orgChart1"/>
    <dgm:cxn modelId="{385D97E5-6D47-4D87-8832-931C5D843874}" type="presOf" srcId="{193ACE96-7C80-4DD2-8677-1DC6724E52D8}" destId="{3C504FCB-2E6E-4DA6-9C88-4DE299D3BD5A}" srcOrd="0" destOrd="0" presId="urn:microsoft.com/office/officeart/2005/8/layout/orgChart1"/>
    <dgm:cxn modelId="{B49835E7-4F59-4DDC-8D38-668BBEAC35FB}" type="presOf" srcId="{E238A16F-FE16-4584-B802-4C93AE69B5C3}" destId="{74424E00-2D8D-4130-9C33-77997EC7227D}" srcOrd="0" destOrd="0" presId="urn:microsoft.com/office/officeart/2005/8/layout/orgChart1"/>
    <dgm:cxn modelId="{8B8A9FEA-D279-492F-A721-5087152169EE}" type="presOf" srcId="{7250FF49-7041-4C04-A8A2-47EAA3CF68E3}" destId="{F1E4D8ED-F937-4E35-A727-E5B8FF6DC4E6}" srcOrd="1" destOrd="0" presId="urn:microsoft.com/office/officeart/2005/8/layout/orgChart1"/>
    <dgm:cxn modelId="{92956DEC-E47A-4B95-B168-141DEF0D0CED}" srcId="{5A9C9ECE-4E7E-484D-AAEE-B544CBBE5267}" destId="{7250FF49-7041-4C04-A8A2-47EAA3CF68E3}" srcOrd="0" destOrd="0" parTransId="{F570724D-E427-4DCA-8676-D6381F735015}" sibTransId="{5EA3FD9D-A666-4E31-83A8-8474352E257E}"/>
    <dgm:cxn modelId="{4C36BCF2-1275-4909-9D20-82482771A4AB}" srcId="{84962E15-CAB6-440B-B2B8-631DC2943F63}" destId="{3BD2C283-7E94-4BD5-9749-369E8BAA337E}" srcOrd="0" destOrd="0" parTransId="{F331FBC6-FC24-42E7-A597-3F3A894C818C}" sibTransId="{6E8CA64A-FB4F-4873-9191-1A692380EEC2}"/>
    <dgm:cxn modelId="{7EF0BFF6-DE14-4AB8-AE82-FC41EB24D177}" type="presOf" srcId="{5D098123-6031-47B6-B976-3E8DF3F20563}" destId="{DDB66660-EAC5-4990-B4C4-984612330EBB}" srcOrd="1" destOrd="0" presId="urn:microsoft.com/office/officeart/2005/8/layout/orgChart1"/>
    <dgm:cxn modelId="{671958F7-F79A-487D-BE55-EE4AB69AF593}" type="presOf" srcId="{A7ED2338-08F4-4616-A434-3B8CFFC8780A}" destId="{A61E6E0A-AD4D-44C1-B15A-E214C1CA42F3}" srcOrd="1" destOrd="0" presId="urn:microsoft.com/office/officeart/2005/8/layout/orgChart1"/>
    <dgm:cxn modelId="{8FBC74FD-8C43-4E57-A011-C102BDB0D0C8}" type="presOf" srcId="{F42CD1A1-F896-4C28-A476-91F382076B2A}" destId="{0C772841-D993-471A-885D-64C5F3629BFB}" srcOrd="0" destOrd="0" presId="urn:microsoft.com/office/officeart/2005/8/layout/orgChart1"/>
    <dgm:cxn modelId="{2B174D1E-3B7D-4440-BFD4-2DB1729CFA88}" type="presParOf" srcId="{A4012437-E92D-46F2-9904-1D42B3E46CFC}" destId="{854D2E29-AA0F-4FCD-BC0F-34D04C174400}" srcOrd="0" destOrd="0" presId="urn:microsoft.com/office/officeart/2005/8/layout/orgChart1"/>
    <dgm:cxn modelId="{4D5B1FFC-AB4C-4E45-9FA9-2EBA1FDDD260}" type="presParOf" srcId="{854D2E29-AA0F-4FCD-BC0F-34D04C174400}" destId="{1FCE368B-5EC7-47B6-960A-6FBA0783E5C7}" srcOrd="0" destOrd="0" presId="urn:microsoft.com/office/officeart/2005/8/layout/orgChart1"/>
    <dgm:cxn modelId="{206CE95F-2540-48DD-8224-26B1CA6583F2}" type="presParOf" srcId="{1FCE368B-5EC7-47B6-960A-6FBA0783E5C7}" destId="{E15050B2-88F8-462B-ABAA-97C9D7ED2B93}" srcOrd="0" destOrd="0" presId="urn:microsoft.com/office/officeart/2005/8/layout/orgChart1"/>
    <dgm:cxn modelId="{386F8C96-43C4-4E22-83FA-BA714083FEAA}" type="presParOf" srcId="{1FCE368B-5EC7-47B6-960A-6FBA0783E5C7}" destId="{A1462658-AF5A-457C-88E7-D24907DA29B5}" srcOrd="1" destOrd="0" presId="urn:microsoft.com/office/officeart/2005/8/layout/orgChart1"/>
    <dgm:cxn modelId="{6B22B9B3-E5A2-4441-B37A-AE9521ED7BD5}" type="presParOf" srcId="{854D2E29-AA0F-4FCD-BC0F-34D04C174400}" destId="{6374C418-0719-49E8-9578-FE7456696479}" srcOrd="1" destOrd="0" presId="urn:microsoft.com/office/officeart/2005/8/layout/orgChart1"/>
    <dgm:cxn modelId="{6E4F4A7C-0581-4E82-B830-287F1D5BC159}" type="presParOf" srcId="{6374C418-0719-49E8-9578-FE7456696479}" destId="{7A01391E-93CE-40FA-9452-C796910618C1}" srcOrd="0" destOrd="0" presId="urn:microsoft.com/office/officeart/2005/8/layout/orgChart1"/>
    <dgm:cxn modelId="{CE0F0FA6-7E50-4C7D-B42E-D4703B779409}" type="presParOf" srcId="{6374C418-0719-49E8-9578-FE7456696479}" destId="{B3291B27-8049-4E75-BBDE-1A766A582185}" srcOrd="1" destOrd="0" presId="urn:microsoft.com/office/officeart/2005/8/layout/orgChart1"/>
    <dgm:cxn modelId="{DAB7894C-F6E3-48FC-80BA-B084B4F02FB4}" type="presParOf" srcId="{B3291B27-8049-4E75-BBDE-1A766A582185}" destId="{9A38FF12-D4B6-44AA-BF47-AEA20C91D378}" srcOrd="0" destOrd="0" presId="urn:microsoft.com/office/officeart/2005/8/layout/orgChart1"/>
    <dgm:cxn modelId="{24F7940B-07DB-4CF9-8282-64C5BADC0E9A}" type="presParOf" srcId="{9A38FF12-D4B6-44AA-BF47-AEA20C91D378}" destId="{83AD6314-B879-4416-9AC4-9F1DC9AAC35D}" srcOrd="0" destOrd="0" presId="urn:microsoft.com/office/officeart/2005/8/layout/orgChart1"/>
    <dgm:cxn modelId="{10E42B8F-A429-4A00-8C9A-0C925D89CDC1}" type="presParOf" srcId="{9A38FF12-D4B6-44AA-BF47-AEA20C91D378}" destId="{F1E4D8ED-F937-4E35-A727-E5B8FF6DC4E6}" srcOrd="1" destOrd="0" presId="urn:microsoft.com/office/officeart/2005/8/layout/orgChart1"/>
    <dgm:cxn modelId="{13AE8318-05F6-4C62-8267-CA11ECF41EF5}" type="presParOf" srcId="{B3291B27-8049-4E75-BBDE-1A766A582185}" destId="{E7D677C3-B39A-47B6-AEA6-1D585FED1E21}" srcOrd="1" destOrd="0" presId="urn:microsoft.com/office/officeart/2005/8/layout/orgChart1"/>
    <dgm:cxn modelId="{CAB716B6-6D7E-4C8C-B5AE-E4DA82F8B954}" type="presParOf" srcId="{E7D677C3-B39A-47B6-AEA6-1D585FED1E21}" destId="{0C772841-D993-471A-885D-64C5F3629BFB}" srcOrd="0" destOrd="0" presId="urn:microsoft.com/office/officeart/2005/8/layout/orgChart1"/>
    <dgm:cxn modelId="{3C68FC03-A0E8-4CE9-AB06-6EA214632D45}" type="presParOf" srcId="{E7D677C3-B39A-47B6-AEA6-1D585FED1E21}" destId="{A6D797FC-1BAE-42E9-9EBA-950665B937E9}" srcOrd="1" destOrd="0" presId="urn:microsoft.com/office/officeart/2005/8/layout/orgChart1"/>
    <dgm:cxn modelId="{DEFAB5FC-BCF5-4D79-A4CD-615CEAB4BD11}" type="presParOf" srcId="{A6D797FC-1BAE-42E9-9EBA-950665B937E9}" destId="{B0AE7B89-4CF4-4FCF-96DF-E1AF722F25B9}" srcOrd="0" destOrd="0" presId="urn:microsoft.com/office/officeart/2005/8/layout/orgChart1"/>
    <dgm:cxn modelId="{4D0F5B22-00AB-4BCB-A6A9-C00ABBDBEB0D}" type="presParOf" srcId="{B0AE7B89-4CF4-4FCF-96DF-E1AF722F25B9}" destId="{9DD6F0EF-DE67-483A-804F-D8EA8E18ACA7}" srcOrd="0" destOrd="0" presId="urn:microsoft.com/office/officeart/2005/8/layout/orgChart1"/>
    <dgm:cxn modelId="{0767880E-7763-4A50-9360-4DCD52C24B0E}" type="presParOf" srcId="{B0AE7B89-4CF4-4FCF-96DF-E1AF722F25B9}" destId="{3197D998-44A5-4DEE-A505-EA65B8E1C2F6}" srcOrd="1" destOrd="0" presId="urn:microsoft.com/office/officeart/2005/8/layout/orgChart1"/>
    <dgm:cxn modelId="{051F7022-EEC3-492A-AA66-4E96ABEE5883}" type="presParOf" srcId="{A6D797FC-1BAE-42E9-9EBA-950665B937E9}" destId="{E3D4D6ED-52B2-4A4F-9220-80761E33A197}" srcOrd="1" destOrd="0" presId="urn:microsoft.com/office/officeart/2005/8/layout/orgChart1"/>
    <dgm:cxn modelId="{7E9BF4C0-EBF3-41F2-9E72-8F533A36217E}" type="presParOf" srcId="{A6D797FC-1BAE-42E9-9EBA-950665B937E9}" destId="{BC590AB5-E9A1-4624-9F3C-01321FEEE14A}" srcOrd="2" destOrd="0" presId="urn:microsoft.com/office/officeart/2005/8/layout/orgChart1"/>
    <dgm:cxn modelId="{2E3DEFBC-F8CB-4ADF-905F-1CAEC2397DBC}" type="presParOf" srcId="{E7D677C3-B39A-47B6-AEA6-1D585FED1E21}" destId="{C0630CBA-4950-4E52-A631-1A193AAD2B31}" srcOrd="2" destOrd="0" presId="urn:microsoft.com/office/officeart/2005/8/layout/orgChart1"/>
    <dgm:cxn modelId="{F071375E-C76F-4D7E-A865-6E9CA5B697E8}" type="presParOf" srcId="{E7D677C3-B39A-47B6-AEA6-1D585FED1E21}" destId="{B47E6339-9A1D-4947-903E-82A6B64A1C8D}" srcOrd="3" destOrd="0" presId="urn:microsoft.com/office/officeart/2005/8/layout/orgChart1"/>
    <dgm:cxn modelId="{4CCEC0C8-B22B-4436-B020-CD7C7FFEFAAC}" type="presParOf" srcId="{B47E6339-9A1D-4947-903E-82A6B64A1C8D}" destId="{6AF0632F-3547-4FCE-92EC-A7CAED4C5E62}" srcOrd="0" destOrd="0" presId="urn:microsoft.com/office/officeart/2005/8/layout/orgChart1"/>
    <dgm:cxn modelId="{2584B1DA-B1DA-4FEB-81DF-F5B564F7363E}" type="presParOf" srcId="{6AF0632F-3547-4FCE-92EC-A7CAED4C5E62}" destId="{2EEA523E-5E73-41FA-94C3-F908A226C098}" srcOrd="0" destOrd="0" presId="urn:microsoft.com/office/officeart/2005/8/layout/orgChart1"/>
    <dgm:cxn modelId="{8EBDE728-5D02-41DC-9649-6FA2FDDC3F9E}" type="presParOf" srcId="{6AF0632F-3547-4FCE-92EC-A7CAED4C5E62}" destId="{0374182C-A4AB-47A5-BF0E-1D8A8049DD9B}" srcOrd="1" destOrd="0" presId="urn:microsoft.com/office/officeart/2005/8/layout/orgChart1"/>
    <dgm:cxn modelId="{E32354D1-38CD-430A-9D82-AE0E39403897}" type="presParOf" srcId="{B47E6339-9A1D-4947-903E-82A6B64A1C8D}" destId="{E7CDFB16-B824-484B-9A2B-A34948E85427}" srcOrd="1" destOrd="0" presId="urn:microsoft.com/office/officeart/2005/8/layout/orgChart1"/>
    <dgm:cxn modelId="{70C01855-8BC3-4176-B097-08AF90D9E484}" type="presParOf" srcId="{B47E6339-9A1D-4947-903E-82A6B64A1C8D}" destId="{5C0CACC4-0138-44E4-A571-53C834DD13A8}" srcOrd="2" destOrd="0" presId="urn:microsoft.com/office/officeart/2005/8/layout/orgChart1"/>
    <dgm:cxn modelId="{CDF2166B-6D1A-4225-BE50-D680F96DFF85}" type="presParOf" srcId="{E7D677C3-B39A-47B6-AEA6-1D585FED1E21}" destId="{12698050-BB36-4D68-8A72-E58CBA8BC7FC}" srcOrd="4" destOrd="0" presId="urn:microsoft.com/office/officeart/2005/8/layout/orgChart1"/>
    <dgm:cxn modelId="{998F9AF5-6148-43B0-8AD9-EE43D11F184E}" type="presParOf" srcId="{E7D677C3-B39A-47B6-AEA6-1D585FED1E21}" destId="{823221D7-9F1B-4498-8401-B108CCB9167C}" srcOrd="5" destOrd="0" presId="urn:microsoft.com/office/officeart/2005/8/layout/orgChart1"/>
    <dgm:cxn modelId="{FAAB2CCE-2F78-4F11-A4AD-3CF54C57853F}" type="presParOf" srcId="{823221D7-9F1B-4498-8401-B108CCB9167C}" destId="{2545282A-DDAD-4828-BE8A-B3E3F56489ED}" srcOrd="0" destOrd="0" presId="urn:microsoft.com/office/officeart/2005/8/layout/orgChart1"/>
    <dgm:cxn modelId="{DA56ECB8-62B9-459B-8018-C0FADAE283A1}" type="presParOf" srcId="{2545282A-DDAD-4828-BE8A-B3E3F56489ED}" destId="{7FA757EC-2723-434F-BE24-861DF2387C73}" srcOrd="0" destOrd="0" presId="urn:microsoft.com/office/officeart/2005/8/layout/orgChart1"/>
    <dgm:cxn modelId="{D10BEE84-B420-4A9D-991B-8EE35B520AE7}" type="presParOf" srcId="{2545282A-DDAD-4828-BE8A-B3E3F56489ED}" destId="{E3B3A067-1C4F-4F32-8FA1-5E3D1CDD3721}" srcOrd="1" destOrd="0" presId="urn:microsoft.com/office/officeart/2005/8/layout/orgChart1"/>
    <dgm:cxn modelId="{56E47E6E-43EC-4FA4-BCA1-2ABC46A6173E}" type="presParOf" srcId="{823221D7-9F1B-4498-8401-B108CCB9167C}" destId="{A14A263A-F0A6-49CF-B859-9A5051774407}" srcOrd="1" destOrd="0" presId="urn:microsoft.com/office/officeart/2005/8/layout/orgChart1"/>
    <dgm:cxn modelId="{388E3E43-379A-4CD5-A223-4233CAD0CD00}" type="presParOf" srcId="{A14A263A-F0A6-49CF-B859-9A5051774407}" destId="{3C504FCB-2E6E-4DA6-9C88-4DE299D3BD5A}" srcOrd="0" destOrd="0" presId="urn:microsoft.com/office/officeart/2005/8/layout/orgChart1"/>
    <dgm:cxn modelId="{4655C53F-C41A-44FF-9E1D-3204E067C54C}" type="presParOf" srcId="{A14A263A-F0A6-49CF-B859-9A5051774407}" destId="{F7D4E092-1D54-48A2-B110-A9BFD401B26C}" srcOrd="1" destOrd="0" presId="urn:microsoft.com/office/officeart/2005/8/layout/orgChart1"/>
    <dgm:cxn modelId="{2DEE47F9-482F-445C-96FB-E0296D3A5AC7}" type="presParOf" srcId="{F7D4E092-1D54-48A2-B110-A9BFD401B26C}" destId="{C87C8F5B-FE32-4E65-8C6D-2D38BAE18961}" srcOrd="0" destOrd="0" presId="urn:microsoft.com/office/officeart/2005/8/layout/orgChart1"/>
    <dgm:cxn modelId="{F64C642D-7C92-48D2-ABAF-A507020E590D}" type="presParOf" srcId="{C87C8F5B-FE32-4E65-8C6D-2D38BAE18961}" destId="{A76D1DC8-2216-4F7B-B9E7-D4ABBA46FA96}" srcOrd="0" destOrd="0" presId="urn:microsoft.com/office/officeart/2005/8/layout/orgChart1"/>
    <dgm:cxn modelId="{D93D3203-D384-415D-96BD-84CA8EAA8EFE}" type="presParOf" srcId="{C87C8F5B-FE32-4E65-8C6D-2D38BAE18961}" destId="{378C40D6-DC76-4521-BF20-90EB5C798BAB}" srcOrd="1" destOrd="0" presId="urn:microsoft.com/office/officeart/2005/8/layout/orgChart1"/>
    <dgm:cxn modelId="{A0C7D1BE-BBBB-442B-8F25-B6505110598C}" type="presParOf" srcId="{F7D4E092-1D54-48A2-B110-A9BFD401B26C}" destId="{E8E6E61D-F75F-4A34-A78C-457C479280E5}" srcOrd="1" destOrd="0" presId="urn:microsoft.com/office/officeart/2005/8/layout/orgChart1"/>
    <dgm:cxn modelId="{D115D097-1EFA-43FD-9450-E7208B3893FC}" type="presParOf" srcId="{F7D4E092-1D54-48A2-B110-A9BFD401B26C}" destId="{5AED2E24-BCF3-413E-989A-2748C3367791}" srcOrd="2" destOrd="0" presId="urn:microsoft.com/office/officeart/2005/8/layout/orgChart1"/>
    <dgm:cxn modelId="{F9C7371A-E611-4079-B442-5A50B650F760}" type="presParOf" srcId="{823221D7-9F1B-4498-8401-B108CCB9167C}" destId="{5644CC13-E5BF-4E6A-8163-A242F47CC8EC}" srcOrd="2" destOrd="0" presId="urn:microsoft.com/office/officeart/2005/8/layout/orgChart1"/>
    <dgm:cxn modelId="{F4830DE0-1C95-4F3C-8AC0-6CC23749FDFB}" type="presParOf" srcId="{B3291B27-8049-4E75-BBDE-1A766A582185}" destId="{49E3F010-FDA7-43B3-8BA3-659B43EC86D2}" srcOrd="2" destOrd="0" presId="urn:microsoft.com/office/officeart/2005/8/layout/orgChart1"/>
    <dgm:cxn modelId="{FE1B6685-DE50-4D06-AB13-86E5B9FC69C8}" type="presParOf" srcId="{6374C418-0719-49E8-9578-FE7456696479}" destId="{CA3A2A72-02C2-4D3E-8B0D-189DD8280121}" srcOrd="2" destOrd="0" presId="urn:microsoft.com/office/officeart/2005/8/layout/orgChart1"/>
    <dgm:cxn modelId="{ED27F900-B529-49B2-BEAF-5E683E0D147F}" type="presParOf" srcId="{6374C418-0719-49E8-9578-FE7456696479}" destId="{5E55806C-03CF-4633-A763-321278846BEB}" srcOrd="3" destOrd="0" presId="urn:microsoft.com/office/officeart/2005/8/layout/orgChart1"/>
    <dgm:cxn modelId="{8854E821-7206-41B3-B1C2-545F25EFCA3A}" type="presParOf" srcId="{5E55806C-03CF-4633-A763-321278846BEB}" destId="{94D5CE2C-1AE1-4BFE-A544-A314ABCF6C91}" srcOrd="0" destOrd="0" presId="urn:microsoft.com/office/officeart/2005/8/layout/orgChart1"/>
    <dgm:cxn modelId="{9AC06843-B2A2-4321-BE52-2B070AAE6752}" type="presParOf" srcId="{94D5CE2C-1AE1-4BFE-A544-A314ABCF6C91}" destId="{AA34BE2E-FC84-4090-AAC2-3368543E2781}" srcOrd="0" destOrd="0" presId="urn:microsoft.com/office/officeart/2005/8/layout/orgChart1"/>
    <dgm:cxn modelId="{7AFA5FEB-E9D8-4DC9-B437-B38AA09653A8}" type="presParOf" srcId="{94D5CE2C-1AE1-4BFE-A544-A314ABCF6C91}" destId="{A61E6E0A-AD4D-44C1-B15A-E214C1CA42F3}" srcOrd="1" destOrd="0" presId="urn:microsoft.com/office/officeart/2005/8/layout/orgChart1"/>
    <dgm:cxn modelId="{A6260910-C75D-4A4D-AECB-9E602FCC6B5B}" type="presParOf" srcId="{5E55806C-03CF-4633-A763-321278846BEB}" destId="{CFA60464-BE13-4D4F-BDA0-D0A0329B2488}" srcOrd="1" destOrd="0" presId="urn:microsoft.com/office/officeart/2005/8/layout/orgChart1"/>
    <dgm:cxn modelId="{5EF5BD6F-6F4F-4278-AAA5-C872889DF730}" type="presParOf" srcId="{CFA60464-BE13-4D4F-BDA0-D0A0329B2488}" destId="{4BE98F93-7B39-4033-89C1-AE1D1012B095}" srcOrd="0" destOrd="0" presId="urn:microsoft.com/office/officeart/2005/8/layout/orgChart1"/>
    <dgm:cxn modelId="{07E26FC7-610A-4B2A-8A23-857435CBAD13}" type="presParOf" srcId="{CFA60464-BE13-4D4F-BDA0-D0A0329B2488}" destId="{012B2C30-9B84-4DB8-83CC-BF026E0BC38E}" srcOrd="1" destOrd="0" presId="urn:microsoft.com/office/officeart/2005/8/layout/orgChart1"/>
    <dgm:cxn modelId="{98F98CF2-4A5F-4BA0-BE51-81D0361B61C9}" type="presParOf" srcId="{012B2C30-9B84-4DB8-83CC-BF026E0BC38E}" destId="{3ED56C27-3F69-4083-B00F-148BC65AF4CC}" srcOrd="0" destOrd="0" presId="urn:microsoft.com/office/officeart/2005/8/layout/orgChart1"/>
    <dgm:cxn modelId="{D4721186-AAF1-46AD-BBF6-4398EFC4F5A8}" type="presParOf" srcId="{3ED56C27-3F69-4083-B00F-148BC65AF4CC}" destId="{E80D2B89-0CD5-429E-BEBF-FBCEB5AA986C}" srcOrd="0" destOrd="0" presId="urn:microsoft.com/office/officeart/2005/8/layout/orgChart1"/>
    <dgm:cxn modelId="{DB8E640A-5FF6-41CD-A31F-6BCEFAD9DB4A}" type="presParOf" srcId="{3ED56C27-3F69-4083-B00F-148BC65AF4CC}" destId="{A2275836-678C-4154-A4A2-4AFF09C4FE45}" srcOrd="1" destOrd="0" presId="urn:microsoft.com/office/officeart/2005/8/layout/orgChart1"/>
    <dgm:cxn modelId="{DE2B78C7-08B5-4D0D-B43D-AE6B26462B74}" type="presParOf" srcId="{012B2C30-9B84-4DB8-83CC-BF026E0BC38E}" destId="{034F5BE6-A3DC-4E2F-9768-B05E9866C107}" srcOrd="1" destOrd="0" presId="urn:microsoft.com/office/officeart/2005/8/layout/orgChart1"/>
    <dgm:cxn modelId="{4031B1C1-72E2-47DA-BF92-90AF74AF3688}" type="presParOf" srcId="{012B2C30-9B84-4DB8-83CC-BF026E0BC38E}" destId="{7A0882ED-E778-4CC1-A87D-A1E4D55C443B}" srcOrd="2" destOrd="0" presId="urn:microsoft.com/office/officeart/2005/8/layout/orgChart1"/>
    <dgm:cxn modelId="{6B387FC6-E443-4D2D-A2F0-A3A7EF6F488B}" type="presParOf" srcId="{CFA60464-BE13-4D4F-BDA0-D0A0329B2488}" destId="{74424E00-2D8D-4130-9C33-77997EC7227D}" srcOrd="2" destOrd="0" presId="urn:microsoft.com/office/officeart/2005/8/layout/orgChart1"/>
    <dgm:cxn modelId="{002E0123-5189-4824-8D27-C9953BF12132}" type="presParOf" srcId="{CFA60464-BE13-4D4F-BDA0-D0A0329B2488}" destId="{5187795E-6932-498E-B048-ED7A6B6E90C8}" srcOrd="3" destOrd="0" presId="urn:microsoft.com/office/officeart/2005/8/layout/orgChart1"/>
    <dgm:cxn modelId="{75C4F02F-0772-42E0-9DC4-4FABCD634A6D}" type="presParOf" srcId="{5187795E-6932-498E-B048-ED7A6B6E90C8}" destId="{BB42B395-BFBF-43AB-8345-FD6E81DE9F94}" srcOrd="0" destOrd="0" presId="urn:microsoft.com/office/officeart/2005/8/layout/orgChart1"/>
    <dgm:cxn modelId="{11628413-5B6B-4745-AC52-167744964358}" type="presParOf" srcId="{BB42B395-BFBF-43AB-8345-FD6E81DE9F94}" destId="{1A61A3F9-484A-4034-9D5D-961CD5F008F4}" srcOrd="0" destOrd="0" presId="urn:microsoft.com/office/officeart/2005/8/layout/orgChart1"/>
    <dgm:cxn modelId="{AFCD862F-485F-4E99-8DD6-DD276594A287}" type="presParOf" srcId="{BB42B395-BFBF-43AB-8345-FD6E81DE9F94}" destId="{F8497126-FACB-41E8-B5FF-53E092E3C395}" srcOrd="1" destOrd="0" presId="urn:microsoft.com/office/officeart/2005/8/layout/orgChart1"/>
    <dgm:cxn modelId="{7E4A6893-8F7C-4D07-BC28-494641C0851A}" type="presParOf" srcId="{5187795E-6932-498E-B048-ED7A6B6E90C8}" destId="{D30CE427-E8D3-4A03-9C94-F8F80503A020}" srcOrd="1" destOrd="0" presId="urn:microsoft.com/office/officeart/2005/8/layout/orgChart1"/>
    <dgm:cxn modelId="{CA31089D-4883-4194-9E8E-2F59F47AFF35}" type="presParOf" srcId="{D30CE427-E8D3-4A03-9C94-F8F80503A020}" destId="{AE8D7ED6-625E-4374-9A06-5DF22C702BC6}" srcOrd="0" destOrd="0" presId="urn:microsoft.com/office/officeart/2005/8/layout/orgChart1"/>
    <dgm:cxn modelId="{A88E3432-A41E-4E11-9991-699D5049C4B1}" type="presParOf" srcId="{D30CE427-E8D3-4A03-9C94-F8F80503A020}" destId="{33CC5B3B-6CD0-4E91-B5D9-F207AEC44D6D}" srcOrd="1" destOrd="0" presId="urn:microsoft.com/office/officeart/2005/8/layout/orgChart1"/>
    <dgm:cxn modelId="{B7BBFC14-C68E-485B-A203-BDFF37109CBE}" type="presParOf" srcId="{33CC5B3B-6CD0-4E91-B5D9-F207AEC44D6D}" destId="{D9D4BE6D-81AF-4569-B4A7-05C8DBC90FEA}" srcOrd="0" destOrd="0" presId="urn:microsoft.com/office/officeart/2005/8/layout/orgChart1"/>
    <dgm:cxn modelId="{E1CC1D8F-6378-41E2-A45C-AAD1A3179B83}" type="presParOf" srcId="{D9D4BE6D-81AF-4569-B4A7-05C8DBC90FEA}" destId="{3685E721-8F13-49DC-BB28-1354E212A676}" srcOrd="0" destOrd="0" presId="urn:microsoft.com/office/officeart/2005/8/layout/orgChart1"/>
    <dgm:cxn modelId="{71DB3D20-C71C-4DF8-9A43-CBFF14D553A1}" type="presParOf" srcId="{D9D4BE6D-81AF-4569-B4A7-05C8DBC90FEA}" destId="{F62BB89C-073F-486A-BDCB-C9144E7DE671}" srcOrd="1" destOrd="0" presId="urn:microsoft.com/office/officeart/2005/8/layout/orgChart1"/>
    <dgm:cxn modelId="{A7B82411-015A-4A52-9B59-B67082FD3C2F}" type="presParOf" srcId="{33CC5B3B-6CD0-4E91-B5D9-F207AEC44D6D}" destId="{3073FD71-C13A-473F-B066-4CC5ABF95692}" srcOrd="1" destOrd="0" presId="urn:microsoft.com/office/officeart/2005/8/layout/orgChart1"/>
    <dgm:cxn modelId="{CEF54FE4-D387-45FC-ADDE-61EC13AB9C4C}" type="presParOf" srcId="{33CC5B3B-6CD0-4E91-B5D9-F207AEC44D6D}" destId="{BC8BBA5D-E690-49FE-85BD-E99AD74CEA37}" srcOrd="2" destOrd="0" presId="urn:microsoft.com/office/officeart/2005/8/layout/orgChart1"/>
    <dgm:cxn modelId="{A71C9A68-0318-4CC6-9EF3-0ED45E2913D1}" type="presParOf" srcId="{D30CE427-E8D3-4A03-9C94-F8F80503A020}" destId="{061ACB0F-7AE0-420C-9A12-894612F11681}" srcOrd="2" destOrd="0" presId="urn:microsoft.com/office/officeart/2005/8/layout/orgChart1"/>
    <dgm:cxn modelId="{8150C38C-0BD9-4E4F-8653-649282A40C3A}" type="presParOf" srcId="{D30CE427-E8D3-4A03-9C94-F8F80503A020}" destId="{E5437770-4B0F-4AFD-890F-F2DCEB1EBA2B}" srcOrd="3" destOrd="0" presId="urn:microsoft.com/office/officeart/2005/8/layout/orgChart1"/>
    <dgm:cxn modelId="{3388FE3D-4043-488A-A4FE-A797F91C983B}" type="presParOf" srcId="{E5437770-4B0F-4AFD-890F-F2DCEB1EBA2B}" destId="{4EC4F6C3-2BFC-48A1-8A0C-BE201B6C5E6E}" srcOrd="0" destOrd="0" presId="urn:microsoft.com/office/officeart/2005/8/layout/orgChart1"/>
    <dgm:cxn modelId="{45061F1B-539A-40F0-A656-3490CD19C9AC}" type="presParOf" srcId="{4EC4F6C3-2BFC-48A1-8A0C-BE201B6C5E6E}" destId="{5222E63F-9FEE-49C0-8690-EB7A2D2E44AD}" srcOrd="0" destOrd="0" presId="urn:microsoft.com/office/officeart/2005/8/layout/orgChart1"/>
    <dgm:cxn modelId="{B1FED17D-DDDE-4B4C-BE9F-EF45363283ED}" type="presParOf" srcId="{4EC4F6C3-2BFC-48A1-8A0C-BE201B6C5E6E}" destId="{759DE821-A806-485A-B8A2-47152A6081B0}" srcOrd="1" destOrd="0" presId="urn:microsoft.com/office/officeart/2005/8/layout/orgChart1"/>
    <dgm:cxn modelId="{9D57D537-10DB-43C5-8713-5D478F694EA4}" type="presParOf" srcId="{E5437770-4B0F-4AFD-890F-F2DCEB1EBA2B}" destId="{1F5EB754-9143-4312-B0F8-6C91FC97E48D}" srcOrd="1" destOrd="0" presId="urn:microsoft.com/office/officeart/2005/8/layout/orgChart1"/>
    <dgm:cxn modelId="{967D9311-B914-449C-BDBF-E163F673BE96}" type="presParOf" srcId="{E5437770-4B0F-4AFD-890F-F2DCEB1EBA2B}" destId="{2DDC8228-B8DC-42F7-A3D8-4E68D09E6D11}" srcOrd="2" destOrd="0" presId="urn:microsoft.com/office/officeart/2005/8/layout/orgChart1"/>
    <dgm:cxn modelId="{53B91BED-1895-4395-8066-EDEE6A8CFF7D}" type="presParOf" srcId="{D30CE427-E8D3-4A03-9C94-F8F80503A020}" destId="{31E2490A-8F2E-474A-9B86-D488AF39B84A}" srcOrd="4" destOrd="0" presId="urn:microsoft.com/office/officeart/2005/8/layout/orgChart1"/>
    <dgm:cxn modelId="{689F62EC-29B8-4B47-A23B-AB99319E61A7}" type="presParOf" srcId="{D30CE427-E8D3-4A03-9C94-F8F80503A020}" destId="{0A56D229-6CDF-4A51-B261-1A864DBDE8B0}" srcOrd="5" destOrd="0" presId="urn:microsoft.com/office/officeart/2005/8/layout/orgChart1"/>
    <dgm:cxn modelId="{2B854AAA-DD50-4121-B6DB-67E8041A6C9F}" type="presParOf" srcId="{0A56D229-6CDF-4A51-B261-1A864DBDE8B0}" destId="{9E6B2DBA-242D-4EB4-A76B-373D60B0168B}" srcOrd="0" destOrd="0" presId="urn:microsoft.com/office/officeart/2005/8/layout/orgChart1"/>
    <dgm:cxn modelId="{62BF443E-D8A3-4143-B91F-1F17FF27FA0D}" type="presParOf" srcId="{9E6B2DBA-242D-4EB4-A76B-373D60B0168B}" destId="{4EDA75B9-89D1-4F08-B5A4-D9596EDD1E0F}" srcOrd="0" destOrd="0" presId="urn:microsoft.com/office/officeart/2005/8/layout/orgChart1"/>
    <dgm:cxn modelId="{A514D01F-4524-4CFA-BA7B-1E60F4B61649}" type="presParOf" srcId="{9E6B2DBA-242D-4EB4-A76B-373D60B0168B}" destId="{4E02DAFC-DDFC-4E0D-A397-D66AC4CDE3EA}" srcOrd="1" destOrd="0" presId="urn:microsoft.com/office/officeart/2005/8/layout/orgChart1"/>
    <dgm:cxn modelId="{16E81BD5-45BC-4349-A46C-FA05C1527EE7}" type="presParOf" srcId="{0A56D229-6CDF-4A51-B261-1A864DBDE8B0}" destId="{075BF5BE-0B48-4FD5-BBE8-FDD77E1064C5}" srcOrd="1" destOrd="0" presId="urn:microsoft.com/office/officeart/2005/8/layout/orgChart1"/>
    <dgm:cxn modelId="{823BEDEA-D2D9-46C5-9972-FABB72FBDDE2}" type="presParOf" srcId="{0A56D229-6CDF-4A51-B261-1A864DBDE8B0}" destId="{F4C1085B-1598-4966-8D14-AB1361851FE1}" srcOrd="2" destOrd="0" presId="urn:microsoft.com/office/officeart/2005/8/layout/orgChart1"/>
    <dgm:cxn modelId="{83706BFA-C190-4919-9A77-49513C06B100}" type="presParOf" srcId="{5187795E-6932-498E-B048-ED7A6B6E90C8}" destId="{2BD25ECB-7B9D-48CA-B57D-D2839AA127EC}" srcOrd="2" destOrd="0" presId="urn:microsoft.com/office/officeart/2005/8/layout/orgChart1"/>
    <dgm:cxn modelId="{2572EC25-3CBA-47EF-B6E6-C3E546583B2A}" type="presParOf" srcId="{5E55806C-03CF-4633-A763-321278846BEB}" destId="{EA82A6A3-54DE-418E-BBCC-46DF16D2B7EE}" srcOrd="2" destOrd="0" presId="urn:microsoft.com/office/officeart/2005/8/layout/orgChart1"/>
    <dgm:cxn modelId="{C22CB2BC-CC2F-42E7-9BD0-2BEC1976BDD1}" type="presParOf" srcId="{6374C418-0719-49E8-9578-FE7456696479}" destId="{8C1010B3-7423-4569-85B5-92A2B031B381}" srcOrd="4" destOrd="0" presId="urn:microsoft.com/office/officeart/2005/8/layout/orgChart1"/>
    <dgm:cxn modelId="{45C3803D-3F90-4AB8-B896-55B208CE9510}" type="presParOf" srcId="{6374C418-0719-49E8-9578-FE7456696479}" destId="{257F67D0-D062-4963-A71B-9F99E417ECDC}" srcOrd="5" destOrd="0" presId="urn:microsoft.com/office/officeart/2005/8/layout/orgChart1"/>
    <dgm:cxn modelId="{5BC4C30D-25BA-46B0-BA81-2D32C100CB6E}" type="presParOf" srcId="{257F67D0-D062-4963-A71B-9F99E417ECDC}" destId="{F4B0DED3-C70A-4EDB-8CC8-25750466E0E2}" srcOrd="0" destOrd="0" presId="urn:microsoft.com/office/officeart/2005/8/layout/orgChart1"/>
    <dgm:cxn modelId="{0E6562A2-59EA-480D-A9C1-A943732A1F7E}" type="presParOf" srcId="{F4B0DED3-C70A-4EDB-8CC8-25750466E0E2}" destId="{CA5DDB09-08B4-4908-8981-24E62BA4EA6D}" srcOrd="0" destOrd="0" presId="urn:microsoft.com/office/officeart/2005/8/layout/orgChart1"/>
    <dgm:cxn modelId="{15161C93-984D-40EE-87B8-107AB3D943A1}" type="presParOf" srcId="{F4B0DED3-C70A-4EDB-8CC8-25750466E0E2}" destId="{8A430EBA-C88B-4245-956E-400717C7A42F}" srcOrd="1" destOrd="0" presId="urn:microsoft.com/office/officeart/2005/8/layout/orgChart1"/>
    <dgm:cxn modelId="{41E7D643-E662-4797-B4B6-38167A24550A}" type="presParOf" srcId="{257F67D0-D062-4963-A71B-9F99E417ECDC}" destId="{EDAED477-68DE-41B4-862A-ACABDE7EA828}" srcOrd="1" destOrd="0" presId="urn:microsoft.com/office/officeart/2005/8/layout/orgChart1"/>
    <dgm:cxn modelId="{335D94BF-6ABE-4FD5-9E04-DA4922A8DA87}" type="presParOf" srcId="{257F67D0-D062-4963-A71B-9F99E417ECDC}" destId="{54412B51-8D23-47F6-A726-FF0A8004BF15}" srcOrd="2" destOrd="0" presId="urn:microsoft.com/office/officeart/2005/8/layout/orgChart1"/>
    <dgm:cxn modelId="{F55E1E78-2D96-4510-8D2D-49A4A17561AE}" type="presParOf" srcId="{6374C418-0719-49E8-9578-FE7456696479}" destId="{EC57D64E-49FA-4452-806B-B16580D54436}" srcOrd="6" destOrd="0" presId="urn:microsoft.com/office/officeart/2005/8/layout/orgChart1"/>
    <dgm:cxn modelId="{2B6179A4-9F44-4717-AFCA-1ADC2C8B047A}" type="presParOf" srcId="{6374C418-0719-49E8-9578-FE7456696479}" destId="{80EC6529-6DD7-4BF7-9B32-83B530A846AD}" srcOrd="7" destOrd="0" presId="urn:microsoft.com/office/officeart/2005/8/layout/orgChart1"/>
    <dgm:cxn modelId="{5CD2B84F-4080-4EB5-BE35-0D62C8426C84}" type="presParOf" srcId="{80EC6529-6DD7-4BF7-9B32-83B530A846AD}" destId="{63C80A44-6936-45D5-B1C3-3473FE449E47}" srcOrd="0" destOrd="0" presId="urn:microsoft.com/office/officeart/2005/8/layout/orgChart1"/>
    <dgm:cxn modelId="{DE825E29-B1D8-4FC9-BF6C-837BDE5316EC}" type="presParOf" srcId="{63C80A44-6936-45D5-B1C3-3473FE449E47}" destId="{FF5C2157-F8FB-4FFA-A945-1C3C1376EEA2}" srcOrd="0" destOrd="0" presId="urn:microsoft.com/office/officeart/2005/8/layout/orgChart1"/>
    <dgm:cxn modelId="{552C07DF-94C5-4B7E-B510-E6D6862C41A5}" type="presParOf" srcId="{63C80A44-6936-45D5-B1C3-3473FE449E47}" destId="{DDB66660-EAC5-4990-B4C4-984612330EBB}" srcOrd="1" destOrd="0" presId="urn:microsoft.com/office/officeart/2005/8/layout/orgChart1"/>
    <dgm:cxn modelId="{2B3D6B39-15A8-49E8-A936-A58C038AECD3}" type="presParOf" srcId="{80EC6529-6DD7-4BF7-9B32-83B530A846AD}" destId="{D8974E46-B681-4FF4-BD36-FC5CE9A2D17D}" srcOrd="1" destOrd="0" presId="urn:microsoft.com/office/officeart/2005/8/layout/orgChart1"/>
    <dgm:cxn modelId="{13FC9D93-D2B9-4588-9C47-B7C0A53D4235}" type="presParOf" srcId="{80EC6529-6DD7-4BF7-9B32-83B530A846AD}" destId="{F6F39444-328A-4C36-A417-27A0E12F6DCE}" srcOrd="2" destOrd="0" presId="urn:microsoft.com/office/officeart/2005/8/layout/orgChart1"/>
    <dgm:cxn modelId="{332F77CA-4C84-455B-8647-D1C95A2ED331}" type="presParOf" srcId="{854D2E29-AA0F-4FCD-BC0F-34D04C174400}" destId="{2081EFEC-FAC5-402B-8476-10AF862ABC7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81F668-6660-4338-9505-5710F9B5CC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D2125D0D-BBDE-4EA8-AC21-E2D902D0DC61}">
      <dgm:prSet phldrT="[Text]" custT="1"/>
      <dgm:spPr/>
      <dgm:t>
        <a:bodyPr/>
        <a:lstStyle/>
        <a:p>
          <a:r>
            <a:rPr lang="en-US" sz="2000" dirty="0">
              <a:latin typeface="Quadraat" panose="02000503060000090004" pitchFamily="2" charset="0"/>
            </a:rPr>
            <a:t>Nonocclusive mesenteric ischemia</a:t>
          </a:r>
        </a:p>
      </dgm:t>
    </dgm:pt>
    <dgm:pt modelId="{DA162F44-C34E-4993-A1CB-4AB59754798C}" type="parTrans" cxnId="{AEC56616-6C85-45FC-B5FF-063C05D7D411}">
      <dgm:prSet/>
      <dgm:spPr/>
      <dgm:t>
        <a:bodyPr/>
        <a:lstStyle/>
        <a:p>
          <a:endParaRPr lang="en-US" sz="2000"/>
        </a:p>
      </dgm:t>
    </dgm:pt>
    <dgm:pt modelId="{A05480AD-4211-4BA8-853B-0A730544C77B}" type="sibTrans" cxnId="{AEC56616-6C85-45FC-B5FF-063C05D7D411}">
      <dgm:prSet/>
      <dgm:spPr/>
      <dgm:t>
        <a:bodyPr/>
        <a:lstStyle/>
        <a:p>
          <a:endParaRPr lang="en-US" sz="2000"/>
        </a:p>
      </dgm:t>
    </dgm:pt>
    <dgm:pt modelId="{D123ED3D-5979-484B-94FF-C241CA3644AA}">
      <dgm:prSet phldrT="[Text]" custT="1"/>
      <dgm:spPr/>
      <dgm:t>
        <a:bodyPr/>
        <a:lstStyle/>
        <a:p>
          <a:r>
            <a:rPr lang="en-US" sz="2000" dirty="0">
              <a:latin typeface="Quadraat" panose="02000503060000090004" pitchFamily="2" charset="0"/>
            </a:rPr>
            <a:t>Occlusive mesenteric ischemia</a:t>
          </a:r>
        </a:p>
      </dgm:t>
    </dgm:pt>
    <dgm:pt modelId="{5B91458A-5055-428C-9C95-CCF0627C00E3}" type="parTrans" cxnId="{FE310C92-10DF-4873-A597-3231E8560DED}">
      <dgm:prSet/>
      <dgm:spPr/>
      <dgm:t>
        <a:bodyPr/>
        <a:lstStyle/>
        <a:p>
          <a:endParaRPr lang="en-US" sz="2000"/>
        </a:p>
      </dgm:t>
    </dgm:pt>
    <dgm:pt modelId="{80EBEE81-F8B1-4381-8142-0A8560B57378}" type="sibTrans" cxnId="{FE310C92-10DF-4873-A597-3231E8560DED}">
      <dgm:prSet/>
      <dgm:spPr/>
      <dgm:t>
        <a:bodyPr/>
        <a:lstStyle/>
        <a:p>
          <a:endParaRPr lang="en-US" sz="2000"/>
        </a:p>
      </dgm:t>
    </dgm:pt>
    <dgm:pt modelId="{3AC42360-9558-4728-84D3-1958DB7D6435}">
      <dgm:prSet phldrT="[Text]" custT="1"/>
      <dgm:spPr/>
      <dgm:t>
        <a:bodyPr/>
        <a:lstStyle/>
        <a:p>
          <a:r>
            <a:rPr lang="en-US" sz="2000" dirty="0">
              <a:latin typeface="Quadraat" panose="02000503060000090004" pitchFamily="2" charset="0"/>
            </a:rPr>
            <a:t>Mesenteric arterial embolism</a:t>
          </a:r>
        </a:p>
      </dgm:t>
    </dgm:pt>
    <dgm:pt modelId="{462C937D-C5D2-46D4-B994-44BB2D6789E6}" type="parTrans" cxnId="{76EF4EA1-22B4-40D8-A067-9C0F095098AB}">
      <dgm:prSet/>
      <dgm:spPr/>
      <dgm:t>
        <a:bodyPr/>
        <a:lstStyle/>
        <a:p>
          <a:endParaRPr lang="en-US" sz="2000"/>
        </a:p>
      </dgm:t>
    </dgm:pt>
    <dgm:pt modelId="{DCC125C0-C382-4011-8C45-3F5C0783B37E}" type="sibTrans" cxnId="{76EF4EA1-22B4-40D8-A067-9C0F095098AB}">
      <dgm:prSet/>
      <dgm:spPr/>
      <dgm:t>
        <a:bodyPr/>
        <a:lstStyle/>
        <a:p>
          <a:endParaRPr lang="en-US" sz="2000"/>
        </a:p>
      </dgm:t>
    </dgm:pt>
    <dgm:pt modelId="{CE9FD2A6-8ABE-40AD-8785-33F4EC8B6B27}">
      <dgm:prSet phldrT="[Text]" custT="1"/>
      <dgm:spPr/>
      <dgm:t>
        <a:bodyPr/>
        <a:lstStyle/>
        <a:p>
          <a:r>
            <a:rPr lang="en-US" sz="2000" dirty="0">
              <a:latin typeface="Quadraat" panose="02000503060000090004" pitchFamily="2" charset="0"/>
            </a:rPr>
            <a:t>Acute mesenteric arterial thrombosis</a:t>
          </a:r>
        </a:p>
      </dgm:t>
    </dgm:pt>
    <dgm:pt modelId="{22B36BA0-808B-4B05-BF81-360F912A143D}" type="parTrans" cxnId="{A9237A95-F6C6-4698-99C6-EADFDF9635FD}">
      <dgm:prSet/>
      <dgm:spPr/>
      <dgm:t>
        <a:bodyPr/>
        <a:lstStyle/>
        <a:p>
          <a:endParaRPr lang="en-US" sz="2000"/>
        </a:p>
      </dgm:t>
    </dgm:pt>
    <dgm:pt modelId="{DD052032-10F9-45D0-A178-2B60F51F2992}" type="sibTrans" cxnId="{A9237A95-F6C6-4698-99C6-EADFDF9635FD}">
      <dgm:prSet/>
      <dgm:spPr/>
      <dgm:t>
        <a:bodyPr/>
        <a:lstStyle/>
        <a:p>
          <a:endParaRPr lang="en-US" sz="2000"/>
        </a:p>
      </dgm:t>
    </dgm:pt>
    <dgm:pt modelId="{ED1B45D4-73D5-49ED-8C1A-5014A6F25850}">
      <dgm:prSet phldrT="[Text]" custT="1"/>
      <dgm:spPr/>
      <dgm:t>
        <a:bodyPr/>
        <a:lstStyle/>
        <a:p>
          <a:r>
            <a:rPr lang="en-US" sz="2000" dirty="0">
              <a:latin typeface="Quadraat" panose="02000503060000090004" pitchFamily="2" charset="0"/>
            </a:rPr>
            <a:t>Mesenteric venous thrombosis</a:t>
          </a:r>
        </a:p>
      </dgm:t>
    </dgm:pt>
    <dgm:pt modelId="{54D199C9-E51E-4C6F-A6A7-796A5E01B8FE}" type="parTrans" cxnId="{EE949534-B424-4B88-BA50-0E1F494DEE35}">
      <dgm:prSet/>
      <dgm:spPr/>
      <dgm:t>
        <a:bodyPr/>
        <a:lstStyle/>
        <a:p>
          <a:endParaRPr lang="en-US" sz="2000"/>
        </a:p>
      </dgm:t>
    </dgm:pt>
    <dgm:pt modelId="{04B33DD4-2870-427B-96E1-282293941265}" type="sibTrans" cxnId="{EE949534-B424-4B88-BA50-0E1F494DEE35}">
      <dgm:prSet/>
      <dgm:spPr/>
      <dgm:t>
        <a:bodyPr/>
        <a:lstStyle/>
        <a:p>
          <a:endParaRPr lang="en-US" sz="2000"/>
        </a:p>
      </dgm:t>
    </dgm:pt>
    <dgm:pt modelId="{70C046A8-5AEF-459C-8125-A0D3DC620D9D}">
      <dgm:prSet phldrT="[Text]" custT="1"/>
      <dgm:spPr/>
      <dgm:t>
        <a:bodyPr/>
        <a:lstStyle/>
        <a:p>
          <a:r>
            <a:rPr lang="en-US" sz="2800" dirty="0">
              <a:latin typeface="Quadraat" panose="02000503060000090004" pitchFamily="2" charset="0"/>
            </a:rPr>
            <a:t>Venous</a:t>
          </a:r>
        </a:p>
      </dgm:t>
    </dgm:pt>
    <dgm:pt modelId="{C1FEBA00-8C48-4B95-B5FD-5582EE309891}" type="parTrans" cxnId="{410F8A6B-B524-4A58-AD74-F1E10EBB9D07}">
      <dgm:prSet/>
      <dgm:spPr/>
      <dgm:t>
        <a:bodyPr/>
        <a:lstStyle/>
        <a:p>
          <a:endParaRPr lang="en-US" sz="2000"/>
        </a:p>
      </dgm:t>
    </dgm:pt>
    <dgm:pt modelId="{B771835E-8743-466F-B136-64771065C019}" type="sibTrans" cxnId="{410F8A6B-B524-4A58-AD74-F1E10EBB9D07}">
      <dgm:prSet/>
      <dgm:spPr/>
      <dgm:t>
        <a:bodyPr/>
        <a:lstStyle/>
        <a:p>
          <a:endParaRPr lang="en-US" sz="2000"/>
        </a:p>
      </dgm:t>
    </dgm:pt>
    <dgm:pt modelId="{560B1A24-A1DB-4EC5-B956-D151C5E0F7F5}">
      <dgm:prSet phldrT="[Text]" custT="1"/>
      <dgm:spPr/>
      <dgm:t>
        <a:bodyPr/>
        <a:lstStyle/>
        <a:p>
          <a:r>
            <a:rPr lang="en-US" sz="2800" dirty="0">
              <a:latin typeface="Quadraat" panose="02000503060000090004" pitchFamily="2" charset="0"/>
            </a:rPr>
            <a:t>Arterial</a:t>
          </a:r>
        </a:p>
      </dgm:t>
    </dgm:pt>
    <dgm:pt modelId="{D1C14221-E95A-427E-9464-952D0E58B005}" type="parTrans" cxnId="{C7D473C4-1E9A-475A-9B1E-05B16EE845B5}">
      <dgm:prSet/>
      <dgm:spPr/>
      <dgm:t>
        <a:bodyPr/>
        <a:lstStyle/>
        <a:p>
          <a:endParaRPr lang="en-US" sz="2000"/>
        </a:p>
      </dgm:t>
    </dgm:pt>
    <dgm:pt modelId="{17D9A1A5-2C29-4A2C-A3A2-A24AB795D56B}" type="sibTrans" cxnId="{C7D473C4-1E9A-475A-9B1E-05B16EE845B5}">
      <dgm:prSet/>
      <dgm:spPr/>
      <dgm:t>
        <a:bodyPr/>
        <a:lstStyle/>
        <a:p>
          <a:endParaRPr lang="en-US" sz="2000"/>
        </a:p>
      </dgm:t>
    </dgm:pt>
    <dgm:pt modelId="{DCDA280F-5739-4D7E-9333-CBE07BAAAEC6}">
      <dgm:prSet phldrT="[Text]" custT="1"/>
      <dgm:spPr/>
      <dgm:t>
        <a:bodyPr/>
        <a:lstStyle/>
        <a:p>
          <a:r>
            <a:rPr lang="en-US" sz="2800" b="1" dirty="0">
              <a:latin typeface="Quadraat" panose="02000503060000090004" pitchFamily="2" charset="0"/>
            </a:rPr>
            <a:t>Acute mesenteric ischemia</a:t>
          </a:r>
        </a:p>
      </dgm:t>
    </dgm:pt>
    <dgm:pt modelId="{DDBA8420-048C-4E8C-879F-2ABC9DEA079E}" type="parTrans" cxnId="{5F47941E-DF9A-44AF-A6FD-CACDE80E2884}">
      <dgm:prSet/>
      <dgm:spPr/>
      <dgm:t>
        <a:bodyPr/>
        <a:lstStyle/>
        <a:p>
          <a:endParaRPr lang="en-US" sz="2000"/>
        </a:p>
      </dgm:t>
    </dgm:pt>
    <dgm:pt modelId="{3FBF4EEB-9B0E-4DD6-B1BC-5838EBBB7622}" type="sibTrans" cxnId="{5F47941E-DF9A-44AF-A6FD-CACDE80E2884}">
      <dgm:prSet/>
      <dgm:spPr/>
      <dgm:t>
        <a:bodyPr/>
        <a:lstStyle/>
        <a:p>
          <a:endParaRPr lang="en-US" sz="2000"/>
        </a:p>
      </dgm:t>
    </dgm:pt>
    <dgm:pt modelId="{EDCA3726-F3FF-4047-BEF4-2300B583B06E}" type="pres">
      <dgm:prSet presAssocID="{DA81F668-6660-4338-9505-5710F9B5CCB3}" presName="hierChild1" presStyleCnt="0">
        <dgm:presLayoutVars>
          <dgm:orgChart val="1"/>
          <dgm:chPref val="1"/>
          <dgm:dir/>
          <dgm:animOne val="branch"/>
          <dgm:animLvl val="lvl"/>
          <dgm:resizeHandles/>
        </dgm:presLayoutVars>
      </dgm:prSet>
      <dgm:spPr/>
    </dgm:pt>
    <dgm:pt modelId="{EC86D19E-4A54-4BE0-B31C-FD9DBD674D6B}" type="pres">
      <dgm:prSet presAssocID="{DCDA280F-5739-4D7E-9333-CBE07BAAAEC6}" presName="hierRoot1" presStyleCnt="0">
        <dgm:presLayoutVars>
          <dgm:hierBranch val="init"/>
        </dgm:presLayoutVars>
      </dgm:prSet>
      <dgm:spPr/>
    </dgm:pt>
    <dgm:pt modelId="{0699E517-654B-4ECC-B198-7AC048AE96C5}" type="pres">
      <dgm:prSet presAssocID="{DCDA280F-5739-4D7E-9333-CBE07BAAAEC6}" presName="rootComposite1" presStyleCnt="0"/>
      <dgm:spPr/>
    </dgm:pt>
    <dgm:pt modelId="{6E51110B-1B48-48A2-B622-2A0797450A08}" type="pres">
      <dgm:prSet presAssocID="{DCDA280F-5739-4D7E-9333-CBE07BAAAEC6}" presName="rootText1" presStyleLbl="node0" presStyleIdx="0" presStyleCnt="1" custScaleX="241902">
        <dgm:presLayoutVars>
          <dgm:chPref val="3"/>
        </dgm:presLayoutVars>
      </dgm:prSet>
      <dgm:spPr/>
    </dgm:pt>
    <dgm:pt modelId="{71968905-1FBA-4D49-B481-92F1D10EA11A}" type="pres">
      <dgm:prSet presAssocID="{DCDA280F-5739-4D7E-9333-CBE07BAAAEC6}" presName="rootConnector1" presStyleLbl="node1" presStyleIdx="0" presStyleCnt="0"/>
      <dgm:spPr/>
    </dgm:pt>
    <dgm:pt modelId="{0BCF5283-C5E4-4693-8A1C-2EEC17A2B552}" type="pres">
      <dgm:prSet presAssocID="{DCDA280F-5739-4D7E-9333-CBE07BAAAEC6}" presName="hierChild2" presStyleCnt="0"/>
      <dgm:spPr/>
    </dgm:pt>
    <dgm:pt modelId="{27E5BCD8-D5D9-4EBB-B5C0-A1AE3C76A3CE}" type="pres">
      <dgm:prSet presAssocID="{D1C14221-E95A-427E-9464-952D0E58B005}" presName="Name37" presStyleLbl="parChTrans1D2" presStyleIdx="0" presStyleCnt="2"/>
      <dgm:spPr/>
    </dgm:pt>
    <dgm:pt modelId="{3F813F8E-FB93-4E54-9F0C-6B4C7D4B8FB9}" type="pres">
      <dgm:prSet presAssocID="{560B1A24-A1DB-4EC5-B956-D151C5E0F7F5}" presName="hierRoot2" presStyleCnt="0">
        <dgm:presLayoutVars>
          <dgm:hierBranch val="init"/>
        </dgm:presLayoutVars>
      </dgm:prSet>
      <dgm:spPr/>
    </dgm:pt>
    <dgm:pt modelId="{0AF1124A-A517-4591-BBE5-213FA55C137F}" type="pres">
      <dgm:prSet presAssocID="{560B1A24-A1DB-4EC5-B956-D151C5E0F7F5}" presName="rootComposite" presStyleCnt="0"/>
      <dgm:spPr/>
    </dgm:pt>
    <dgm:pt modelId="{BC96FFD2-D653-4557-A25D-6B6B29FB734B}" type="pres">
      <dgm:prSet presAssocID="{560B1A24-A1DB-4EC5-B956-D151C5E0F7F5}" presName="rootText" presStyleLbl="node2" presStyleIdx="0" presStyleCnt="2">
        <dgm:presLayoutVars>
          <dgm:chPref val="3"/>
        </dgm:presLayoutVars>
      </dgm:prSet>
      <dgm:spPr/>
    </dgm:pt>
    <dgm:pt modelId="{7A83F1FA-7AE4-43F2-881C-D48197E15C71}" type="pres">
      <dgm:prSet presAssocID="{560B1A24-A1DB-4EC5-B956-D151C5E0F7F5}" presName="rootConnector" presStyleLbl="node2" presStyleIdx="0" presStyleCnt="2"/>
      <dgm:spPr/>
    </dgm:pt>
    <dgm:pt modelId="{B2BAAE8A-EC4B-4287-9CEA-A86EED9B191B}" type="pres">
      <dgm:prSet presAssocID="{560B1A24-A1DB-4EC5-B956-D151C5E0F7F5}" presName="hierChild4" presStyleCnt="0"/>
      <dgm:spPr/>
    </dgm:pt>
    <dgm:pt modelId="{AF7B43FE-4E06-4FF4-A71C-508476DABC31}" type="pres">
      <dgm:prSet presAssocID="{DA162F44-C34E-4993-A1CB-4AB59754798C}" presName="Name37" presStyleLbl="parChTrans1D3" presStyleIdx="0" presStyleCnt="3"/>
      <dgm:spPr/>
    </dgm:pt>
    <dgm:pt modelId="{60F57CD7-C9C6-46EC-A23B-1A4B3DF57A44}" type="pres">
      <dgm:prSet presAssocID="{D2125D0D-BBDE-4EA8-AC21-E2D902D0DC61}" presName="hierRoot2" presStyleCnt="0">
        <dgm:presLayoutVars>
          <dgm:hierBranch val="init"/>
        </dgm:presLayoutVars>
      </dgm:prSet>
      <dgm:spPr/>
    </dgm:pt>
    <dgm:pt modelId="{742E86C9-4C21-4A66-A143-AA3A85D6A4DA}" type="pres">
      <dgm:prSet presAssocID="{D2125D0D-BBDE-4EA8-AC21-E2D902D0DC61}" presName="rootComposite" presStyleCnt="0"/>
      <dgm:spPr/>
    </dgm:pt>
    <dgm:pt modelId="{C28E1A03-0B26-413D-A2B7-C9F5B7ABF5CA}" type="pres">
      <dgm:prSet presAssocID="{D2125D0D-BBDE-4EA8-AC21-E2D902D0DC61}" presName="rootText" presStyleLbl="node3" presStyleIdx="0" presStyleCnt="3">
        <dgm:presLayoutVars>
          <dgm:chPref val="3"/>
        </dgm:presLayoutVars>
      </dgm:prSet>
      <dgm:spPr/>
    </dgm:pt>
    <dgm:pt modelId="{6766FBC6-5DD2-41FC-8E2F-0A8064E0910A}" type="pres">
      <dgm:prSet presAssocID="{D2125D0D-BBDE-4EA8-AC21-E2D902D0DC61}" presName="rootConnector" presStyleLbl="node3" presStyleIdx="0" presStyleCnt="3"/>
      <dgm:spPr/>
    </dgm:pt>
    <dgm:pt modelId="{F6B65E2D-5973-487E-B673-1D9A250EC979}" type="pres">
      <dgm:prSet presAssocID="{D2125D0D-BBDE-4EA8-AC21-E2D902D0DC61}" presName="hierChild4" presStyleCnt="0"/>
      <dgm:spPr/>
    </dgm:pt>
    <dgm:pt modelId="{799CDC6E-DB47-41E3-ADC9-52F7F74364D4}" type="pres">
      <dgm:prSet presAssocID="{D2125D0D-BBDE-4EA8-AC21-E2D902D0DC61}" presName="hierChild5" presStyleCnt="0"/>
      <dgm:spPr/>
    </dgm:pt>
    <dgm:pt modelId="{4425C75A-3D78-4BF6-ADF2-6AF80D8EEC38}" type="pres">
      <dgm:prSet presAssocID="{5B91458A-5055-428C-9C95-CCF0627C00E3}" presName="Name37" presStyleLbl="parChTrans1D3" presStyleIdx="1" presStyleCnt="3"/>
      <dgm:spPr/>
    </dgm:pt>
    <dgm:pt modelId="{9E1BECD4-31C0-41A7-A56C-8B43EB4A14D7}" type="pres">
      <dgm:prSet presAssocID="{D123ED3D-5979-484B-94FF-C241CA3644AA}" presName="hierRoot2" presStyleCnt="0">
        <dgm:presLayoutVars>
          <dgm:hierBranch val="init"/>
        </dgm:presLayoutVars>
      </dgm:prSet>
      <dgm:spPr/>
    </dgm:pt>
    <dgm:pt modelId="{E5485E20-CCBD-472C-84AB-8D00FF16A0A8}" type="pres">
      <dgm:prSet presAssocID="{D123ED3D-5979-484B-94FF-C241CA3644AA}" presName="rootComposite" presStyleCnt="0"/>
      <dgm:spPr/>
    </dgm:pt>
    <dgm:pt modelId="{B3591140-851A-4245-8047-0739084F610D}" type="pres">
      <dgm:prSet presAssocID="{D123ED3D-5979-484B-94FF-C241CA3644AA}" presName="rootText" presStyleLbl="node3" presStyleIdx="1" presStyleCnt="3">
        <dgm:presLayoutVars>
          <dgm:chPref val="3"/>
        </dgm:presLayoutVars>
      </dgm:prSet>
      <dgm:spPr/>
    </dgm:pt>
    <dgm:pt modelId="{8AAD002A-C92A-4A06-9AA2-B549275E595F}" type="pres">
      <dgm:prSet presAssocID="{D123ED3D-5979-484B-94FF-C241CA3644AA}" presName="rootConnector" presStyleLbl="node3" presStyleIdx="1" presStyleCnt="3"/>
      <dgm:spPr/>
    </dgm:pt>
    <dgm:pt modelId="{CC3BE619-4C63-4A23-AB80-B9E26BA1BBC2}" type="pres">
      <dgm:prSet presAssocID="{D123ED3D-5979-484B-94FF-C241CA3644AA}" presName="hierChild4" presStyleCnt="0"/>
      <dgm:spPr/>
    </dgm:pt>
    <dgm:pt modelId="{30AC7F5C-041A-4062-A27E-E3DD49A0569C}" type="pres">
      <dgm:prSet presAssocID="{462C937D-C5D2-46D4-B994-44BB2D6789E6}" presName="Name37" presStyleLbl="parChTrans1D4" presStyleIdx="0" presStyleCnt="2"/>
      <dgm:spPr/>
    </dgm:pt>
    <dgm:pt modelId="{99443272-9FFB-4DDD-8352-607A143159D1}" type="pres">
      <dgm:prSet presAssocID="{3AC42360-9558-4728-84D3-1958DB7D6435}" presName="hierRoot2" presStyleCnt="0">
        <dgm:presLayoutVars>
          <dgm:hierBranch val="init"/>
        </dgm:presLayoutVars>
      </dgm:prSet>
      <dgm:spPr/>
    </dgm:pt>
    <dgm:pt modelId="{807361F4-E838-4225-B1D6-209599AEF8A8}" type="pres">
      <dgm:prSet presAssocID="{3AC42360-9558-4728-84D3-1958DB7D6435}" presName="rootComposite" presStyleCnt="0"/>
      <dgm:spPr/>
    </dgm:pt>
    <dgm:pt modelId="{1BA6180D-4D1C-4035-B32F-F27C81B88C0C}" type="pres">
      <dgm:prSet presAssocID="{3AC42360-9558-4728-84D3-1958DB7D6435}" presName="rootText" presStyleLbl="node4" presStyleIdx="0" presStyleCnt="2">
        <dgm:presLayoutVars>
          <dgm:chPref val="3"/>
        </dgm:presLayoutVars>
      </dgm:prSet>
      <dgm:spPr/>
    </dgm:pt>
    <dgm:pt modelId="{EDD202BD-3D36-4B5A-8EB0-20AB1275FA74}" type="pres">
      <dgm:prSet presAssocID="{3AC42360-9558-4728-84D3-1958DB7D6435}" presName="rootConnector" presStyleLbl="node4" presStyleIdx="0" presStyleCnt="2"/>
      <dgm:spPr/>
    </dgm:pt>
    <dgm:pt modelId="{423EE6E8-9EE1-4F64-A6A4-642F76AE69BC}" type="pres">
      <dgm:prSet presAssocID="{3AC42360-9558-4728-84D3-1958DB7D6435}" presName="hierChild4" presStyleCnt="0"/>
      <dgm:spPr/>
    </dgm:pt>
    <dgm:pt modelId="{C25AB805-61EE-4E1E-83F3-9852900427CA}" type="pres">
      <dgm:prSet presAssocID="{3AC42360-9558-4728-84D3-1958DB7D6435}" presName="hierChild5" presStyleCnt="0"/>
      <dgm:spPr/>
    </dgm:pt>
    <dgm:pt modelId="{4314AF83-DA9F-4261-B432-357C2D898E12}" type="pres">
      <dgm:prSet presAssocID="{22B36BA0-808B-4B05-BF81-360F912A143D}" presName="Name37" presStyleLbl="parChTrans1D4" presStyleIdx="1" presStyleCnt="2"/>
      <dgm:spPr/>
    </dgm:pt>
    <dgm:pt modelId="{27244AB9-A801-4EC6-8195-99846D1E8C54}" type="pres">
      <dgm:prSet presAssocID="{CE9FD2A6-8ABE-40AD-8785-33F4EC8B6B27}" presName="hierRoot2" presStyleCnt="0">
        <dgm:presLayoutVars>
          <dgm:hierBranch val="init"/>
        </dgm:presLayoutVars>
      </dgm:prSet>
      <dgm:spPr/>
    </dgm:pt>
    <dgm:pt modelId="{5FD4A847-8800-4561-8576-1DDC093FFA64}" type="pres">
      <dgm:prSet presAssocID="{CE9FD2A6-8ABE-40AD-8785-33F4EC8B6B27}" presName="rootComposite" presStyleCnt="0"/>
      <dgm:spPr/>
    </dgm:pt>
    <dgm:pt modelId="{527EB5DC-0A5F-4AB6-9DE6-A35B570AC4C3}" type="pres">
      <dgm:prSet presAssocID="{CE9FD2A6-8ABE-40AD-8785-33F4EC8B6B27}" presName="rootText" presStyleLbl="node4" presStyleIdx="1" presStyleCnt="2">
        <dgm:presLayoutVars>
          <dgm:chPref val="3"/>
        </dgm:presLayoutVars>
      </dgm:prSet>
      <dgm:spPr/>
    </dgm:pt>
    <dgm:pt modelId="{4125E3AD-7669-4FB3-BB9E-4159770B756C}" type="pres">
      <dgm:prSet presAssocID="{CE9FD2A6-8ABE-40AD-8785-33F4EC8B6B27}" presName="rootConnector" presStyleLbl="node4" presStyleIdx="1" presStyleCnt="2"/>
      <dgm:spPr/>
    </dgm:pt>
    <dgm:pt modelId="{DBF324D0-7030-4CD5-89E5-AEC0E3BBBA65}" type="pres">
      <dgm:prSet presAssocID="{CE9FD2A6-8ABE-40AD-8785-33F4EC8B6B27}" presName="hierChild4" presStyleCnt="0"/>
      <dgm:spPr/>
    </dgm:pt>
    <dgm:pt modelId="{4834D67C-BDAA-46B5-A510-7F97ADFF2FF7}" type="pres">
      <dgm:prSet presAssocID="{CE9FD2A6-8ABE-40AD-8785-33F4EC8B6B27}" presName="hierChild5" presStyleCnt="0"/>
      <dgm:spPr/>
    </dgm:pt>
    <dgm:pt modelId="{8736F242-42FF-4932-A067-F76B6C9E4418}" type="pres">
      <dgm:prSet presAssocID="{D123ED3D-5979-484B-94FF-C241CA3644AA}" presName="hierChild5" presStyleCnt="0"/>
      <dgm:spPr/>
    </dgm:pt>
    <dgm:pt modelId="{C3E8B625-7D80-4A71-A048-B131D2373C35}" type="pres">
      <dgm:prSet presAssocID="{560B1A24-A1DB-4EC5-B956-D151C5E0F7F5}" presName="hierChild5" presStyleCnt="0"/>
      <dgm:spPr/>
    </dgm:pt>
    <dgm:pt modelId="{BD96C38C-3171-4E2B-BA5E-91FA0F8F0690}" type="pres">
      <dgm:prSet presAssocID="{C1FEBA00-8C48-4B95-B5FD-5582EE309891}" presName="Name37" presStyleLbl="parChTrans1D2" presStyleIdx="1" presStyleCnt="2"/>
      <dgm:spPr/>
    </dgm:pt>
    <dgm:pt modelId="{4F4CDC77-794D-45BD-9F36-A0E8763BFE71}" type="pres">
      <dgm:prSet presAssocID="{70C046A8-5AEF-459C-8125-A0D3DC620D9D}" presName="hierRoot2" presStyleCnt="0">
        <dgm:presLayoutVars>
          <dgm:hierBranch val="init"/>
        </dgm:presLayoutVars>
      </dgm:prSet>
      <dgm:spPr/>
    </dgm:pt>
    <dgm:pt modelId="{CD817C1B-5E68-40AF-BFDA-854A2F600C91}" type="pres">
      <dgm:prSet presAssocID="{70C046A8-5AEF-459C-8125-A0D3DC620D9D}" presName="rootComposite" presStyleCnt="0"/>
      <dgm:spPr/>
    </dgm:pt>
    <dgm:pt modelId="{FCD27D05-907F-498F-8647-8627EB611724}" type="pres">
      <dgm:prSet presAssocID="{70C046A8-5AEF-459C-8125-A0D3DC620D9D}" presName="rootText" presStyleLbl="node2" presStyleIdx="1" presStyleCnt="2">
        <dgm:presLayoutVars>
          <dgm:chPref val="3"/>
        </dgm:presLayoutVars>
      </dgm:prSet>
      <dgm:spPr/>
    </dgm:pt>
    <dgm:pt modelId="{B986B3FA-120C-4D49-8711-50C3DB8772C6}" type="pres">
      <dgm:prSet presAssocID="{70C046A8-5AEF-459C-8125-A0D3DC620D9D}" presName="rootConnector" presStyleLbl="node2" presStyleIdx="1" presStyleCnt="2"/>
      <dgm:spPr/>
    </dgm:pt>
    <dgm:pt modelId="{07DCC18B-BDB4-4FC1-AD0D-4F6CB88B92C2}" type="pres">
      <dgm:prSet presAssocID="{70C046A8-5AEF-459C-8125-A0D3DC620D9D}" presName="hierChild4" presStyleCnt="0"/>
      <dgm:spPr/>
    </dgm:pt>
    <dgm:pt modelId="{C5865521-F364-45CA-B50F-25CF9C2E315B}" type="pres">
      <dgm:prSet presAssocID="{54D199C9-E51E-4C6F-A6A7-796A5E01B8FE}" presName="Name37" presStyleLbl="parChTrans1D3" presStyleIdx="2" presStyleCnt="3"/>
      <dgm:spPr/>
    </dgm:pt>
    <dgm:pt modelId="{D6493B43-3FB9-47CA-BA42-AB08EEFB89B1}" type="pres">
      <dgm:prSet presAssocID="{ED1B45D4-73D5-49ED-8C1A-5014A6F25850}" presName="hierRoot2" presStyleCnt="0">
        <dgm:presLayoutVars>
          <dgm:hierBranch val="init"/>
        </dgm:presLayoutVars>
      </dgm:prSet>
      <dgm:spPr/>
    </dgm:pt>
    <dgm:pt modelId="{1624860F-03EB-4938-8636-F759FC162A82}" type="pres">
      <dgm:prSet presAssocID="{ED1B45D4-73D5-49ED-8C1A-5014A6F25850}" presName="rootComposite" presStyleCnt="0"/>
      <dgm:spPr/>
    </dgm:pt>
    <dgm:pt modelId="{A0D74BA0-8043-4424-94FF-3A2ACAC8977D}" type="pres">
      <dgm:prSet presAssocID="{ED1B45D4-73D5-49ED-8C1A-5014A6F25850}" presName="rootText" presStyleLbl="node3" presStyleIdx="2" presStyleCnt="3">
        <dgm:presLayoutVars>
          <dgm:chPref val="3"/>
        </dgm:presLayoutVars>
      </dgm:prSet>
      <dgm:spPr/>
    </dgm:pt>
    <dgm:pt modelId="{96269BDD-679D-41A8-9766-11194BEF53EE}" type="pres">
      <dgm:prSet presAssocID="{ED1B45D4-73D5-49ED-8C1A-5014A6F25850}" presName="rootConnector" presStyleLbl="node3" presStyleIdx="2" presStyleCnt="3"/>
      <dgm:spPr/>
    </dgm:pt>
    <dgm:pt modelId="{CD42EF22-2F2D-4869-B63C-71453500FE29}" type="pres">
      <dgm:prSet presAssocID="{ED1B45D4-73D5-49ED-8C1A-5014A6F25850}" presName="hierChild4" presStyleCnt="0"/>
      <dgm:spPr/>
    </dgm:pt>
    <dgm:pt modelId="{BC5A0FA2-5724-40D3-82F2-4E34826CD809}" type="pres">
      <dgm:prSet presAssocID="{ED1B45D4-73D5-49ED-8C1A-5014A6F25850}" presName="hierChild5" presStyleCnt="0"/>
      <dgm:spPr/>
    </dgm:pt>
    <dgm:pt modelId="{03A58FFA-2BC7-4E64-B8FA-1D8F28E08280}" type="pres">
      <dgm:prSet presAssocID="{70C046A8-5AEF-459C-8125-A0D3DC620D9D}" presName="hierChild5" presStyleCnt="0"/>
      <dgm:spPr/>
    </dgm:pt>
    <dgm:pt modelId="{53BBB12F-BB72-407E-8876-66CE10CD9AAF}" type="pres">
      <dgm:prSet presAssocID="{DCDA280F-5739-4D7E-9333-CBE07BAAAEC6}" presName="hierChild3" presStyleCnt="0"/>
      <dgm:spPr/>
    </dgm:pt>
  </dgm:ptLst>
  <dgm:cxnLst>
    <dgm:cxn modelId="{DAC78D14-29D0-4457-99C9-DC43ED8ABC1A}" type="presOf" srcId="{5B91458A-5055-428C-9C95-CCF0627C00E3}" destId="{4425C75A-3D78-4BF6-ADF2-6AF80D8EEC38}" srcOrd="0" destOrd="0" presId="urn:microsoft.com/office/officeart/2005/8/layout/orgChart1"/>
    <dgm:cxn modelId="{AEC56616-6C85-45FC-B5FF-063C05D7D411}" srcId="{560B1A24-A1DB-4EC5-B956-D151C5E0F7F5}" destId="{D2125D0D-BBDE-4EA8-AC21-E2D902D0DC61}" srcOrd="0" destOrd="0" parTransId="{DA162F44-C34E-4993-A1CB-4AB59754798C}" sibTransId="{A05480AD-4211-4BA8-853B-0A730544C77B}"/>
    <dgm:cxn modelId="{5F47941E-DF9A-44AF-A6FD-CACDE80E2884}" srcId="{DA81F668-6660-4338-9505-5710F9B5CCB3}" destId="{DCDA280F-5739-4D7E-9333-CBE07BAAAEC6}" srcOrd="0" destOrd="0" parTransId="{DDBA8420-048C-4E8C-879F-2ABC9DEA079E}" sibTransId="{3FBF4EEB-9B0E-4DD6-B1BC-5838EBBB7622}"/>
    <dgm:cxn modelId="{EE949534-B424-4B88-BA50-0E1F494DEE35}" srcId="{70C046A8-5AEF-459C-8125-A0D3DC620D9D}" destId="{ED1B45D4-73D5-49ED-8C1A-5014A6F25850}" srcOrd="0" destOrd="0" parTransId="{54D199C9-E51E-4C6F-A6A7-796A5E01B8FE}" sibTransId="{04B33DD4-2870-427B-96E1-282293941265}"/>
    <dgm:cxn modelId="{06649C34-3C7C-4DF1-BC48-1B9988FB51B9}" type="presOf" srcId="{C1FEBA00-8C48-4B95-B5FD-5582EE309891}" destId="{BD96C38C-3171-4E2B-BA5E-91FA0F8F0690}" srcOrd="0" destOrd="0" presId="urn:microsoft.com/office/officeart/2005/8/layout/orgChart1"/>
    <dgm:cxn modelId="{B9F17236-94B4-4D59-948E-7CDFA57A2582}" type="presOf" srcId="{ED1B45D4-73D5-49ED-8C1A-5014A6F25850}" destId="{96269BDD-679D-41A8-9766-11194BEF53EE}" srcOrd="1" destOrd="0" presId="urn:microsoft.com/office/officeart/2005/8/layout/orgChart1"/>
    <dgm:cxn modelId="{4346B14D-3CFA-4F5E-BE99-D7DE5E76C3AB}" type="presOf" srcId="{CE9FD2A6-8ABE-40AD-8785-33F4EC8B6B27}" destId="{527EB5DC-0A5F-4AB6-9DE6-A35B570AC4C3}" srcOrd="0" destOrd="0" presId="urn:microsoft.com/office/officeart/2005/8/layout/orgChart1"/>
    <dgm:cxn modelId="{24115A5F-1E29-4F6D-966F-35E942E62ECD}" type="presOf" srcId="{D123ED3D-5979-484B-94FF-C241CA3644AA}" destId="{B3591140-851A-4245-8047-0739084F610D}" srcOrd="0" destOrd="0" presId="urn:microsoft.com/office/officeart/2005/8/layout/orgChart1"/>
    <dgm:cxn modelId="{410F8A6B-B524-4A58-AD74-F1E10EBB9D07}" srcId="{DCDA280F-5739-4D7E-9333-CBE07BAAAEC6}" destId="{70C046A8-5AEF-459C-8125-A0D3DC620D9D}" srcOrd="1" destOrd="0" parTransId="{C1FEBA00-8C48-4B95-B5FD-5582EE309891}" sibTransId="{B771835E-8743-466F-B136-64771065C019}"/>
    <dgm:cxn modelId="{DBBE0078-0B5C-41E1-BBE3-502C22E751DF}" type="presOf" srcId="{462C937D-C5D2-46D4-B994-44BB2D6789E6}" destId="{30AC7F5C-041A-4062-A27E-E3DD49A0569C}" srcOrd="0" destOrd="0" presId="urn:microsoft.com/office/officeart/2005/8/layout/orgChart1"/>
    <dgm:cxn modelId="{5AD82988-9BDA-4831-BD46-790C808D8DAC}" type="presOf" srcId="{70C046A8-5AEF-459C-8125-A0D3DC620D9D}" destId="{FCD27D05-907F-498F-8647-8627EB611724}" srcOrd="0" destOrd="0" presId="urn:microsoft.com/office/officeart/2005/8/layout/orgChart1"/>
    <dgm:cxn modelId="{FE310C92-10DF-4873-A597-3231E8560DED}" srcId="{560B1A24-A1DB-4EC5-B956-D151C5E0F7F5}" destId="{D123ED3D-5979-484B-94FF-C241CA3644AA}" srcOrd="1" destOrd="0" parTransId="{5B91458A-5055-428C-9C95-CCF0627C00E3}" sibTransId="{80EBEE81-F8B1-4381-8142-0A8560B57378}"/>
    <dgm:cxn modelId="{850E2195-02FC-443D-B8AD-AA7403A71773}" type="presOf" srcId="{3AC42360-9558-4728-84D3-1958DB7D6435}" destId="{1BA6180D-4D1C-4035-B32F-F27C81B88C0C}" srcOrd="0" destOrd="0" presId="urn:microsoft.com/office/officeart/2005/8/layout/orgChart1"/>
    <dgm:cxn modelId="{A9237A95-F6C6-4698-99C6-EADFDF9635FD}" srcId="{D123ED3D-5979-484B-94FF-C241CA3644AA}" destId="{CE9FD2A6-8ABE-40AD-8785-33F4EC8B6B27}" srcOrd="1" destOrd="0" parTransId="{22B36BA0-808B-4B05-BF81-360F912A143D}" sibTransId="{DD052032-10F9-45D0-A178-2B60F51F2992}"/>
    <dgm:cxn modelId="{76EF4EA1-22B4-40D8-A067-9C0F095098AB}" srcId="{D123ED3D-5979-484B-94FF-C241CA3644AA}" destId="{3AC42360-9558-4728-84D3-1958DB7D6435}" srcOrd="0" destOrd="0" parTransId="{462C937D-C5D2-46D4-B994-44BB2D6789E6}" sibTransId="{DCC125C0-C382-4011-8C45-3F5C0783B37E}"/>
    <dgm:cxn modelId="{22EA96A1-ACE0-496E-90D5-545561DFEFF6}" type="presOf" srcId="{D2125D0D-BBDE-4EA8-AC21-E2D902D0DC61}" destId="{C28E1A03-0B26-413D-A2B7-C9F5B7ABF5CA}" srcOrd="0" destOrd="0" presId="urn:microsoft.com/office/officeart/2005/8/layout/orgChart1"/>
    <dgm:cxn modelId="{C83AEDA4-71F0-4068-B698-461780ECCDDC}" type="presOf" srcId="{CE9FD2A6-8ABE-40AD-8785-33F4EC8B6B27}" destId="{4125E3AD-7669-4FB3-BB9E-4159770B756C}" srcOrd="1" destOrd="0" presId="urn:microsoft.com/office/officeart/2005/8/layout/orgChart1"/>
    <dgm:cxn modelId="{E1EE4FA7-37D7-4D5C-BB54-91072BB2644C}" type="presOf" srcId="{DCDA280F-5739-4D7E-9333-CBE07BAAAEC6}" destId="{6E51110B-1B48-48A2-B622-2A0797450A08}" srcOrd="0" destOrd="0" presId="urn:microsoft.com/office/officeart/2005/8/layout/orgChart1"/>
    <dgm:cxn modelId="{7E5132B0-AC9F-494F-883C-C5C1404AC51A}" type="presOf" srcId="{3AC42360-9558-4728-84D3-1958DB7D6435}" destId="{EDD202BD-3D36-4B5A-8EB0-20AB1275FA74}" srcOrd="1" destOrd="0" presId="urn:microsoft.com/office/officeart/2005/8/layout/orgChart1"/>
    <dgm:cxn modelId="{B67AA2B8-7414-4E76-94F0-6A752642BC09}" type="presOf" srcId="{560B1A24-A1DB-4EC5-B956-D151C5E0F7F5}" destId="{BC96FFD2-D653-4557-A25D-6B6B29FB734B}" srcOrd="0" destOrd="0" presId="urn:microsoft.com/office/officeart/2005/8/layout/orgChart1"/>
    <dgm:cxn modelId="{C7D473C4-1E9A-475A-9B1E-05B16EE845B5}" srcId="{DCDA280F-5739-4D7E-9333-CBE07BAAAEC6}" destId="{560B1A24-A1DB-4EC5-B956-D151C5E0F7F5}" srcOrd="0" destOrd="0" parTransId="{D1C14221-E95A-427E-9464-952D0E58B005}" sibTransId="{17D9A1A5-2C29-4A2C-A3A2-A24AB795D56B}"/>
    <dgm:cxn modelId="{E50214C6-9E07-49AA-92BB-1EB53AB9820E}" type="presOf" srcId="{DA81F668-6660-4338-9505-5710F9B5CCB3}" destId="{EDCA3726-F3FF-4047-BEF4-2300B583B06E}" srcOrd="0" destOrd="0" presId="urn:microsoft.com/office/officeart/2005/8/layout/orgChart1"/>
    <dgm:cxn modelId="{8C80C6CC-C008-4DFA-B463-34BECD9C32AC}" type="presOf" srcId="{560B1A24-A1DB-4EC5-B956-D151C5E0F7F5}" destId="{7A83F1FA-7AE4-43F2-881C-D48197E15C71}" srcOrd="1" destOrd="0" presId="urn:microsoft.com/office/officeart/2005/8/layout/orgChart1"/>
    <dgm:cxn modelId="{A03B40D2-007B-4FFE-B080-97AA396CC2C9}" type="presOf" srcId="{DCDA280F-5739-4D7E-9333-CBE07BAAAEC6}" destId="{71968905-1FBA-4D49-B481-92F1D10EA11A}" srcOrd="1" destOrd="0" presId="urn:microsoft.com/office/officeart/2005/8/layout/orgChart1"/>
    <dgm:cxn modelId="{2E9F60E1-BA8A-4162-BABE-332B237D9DDF}" type="presOf" srcId="{22B36BA0-808B-4B05-BF81-360F912A143D}" destId="{4314AF83-DA9F-4261-B432-357C2D898E12}" srcOrd="0" destOrd="0" presId="urn:microsoft.com/office/officeart/2005/8/layout/orgChart1"/>
    <dgm:cxn modelId="{EFF164E2-D2C0-46D8-9FEF-6F84F5CC58D9}" type="presOf" srcId="{70C046A8-5AEF-459C-8125-A0D3DC620D9D}" destId="{B986B3FA-120C-4D49-8711-50C3DB8772C6}" srcOrd="1" destOrd="0" presId="urn:microsoft.com/office/officeart/2005/8/layout/orgChart1"/>
    <dgm:cxn modelId="{131841E4-DCF7-486F-B448-71E595AB99E7}" type="presOf" srcId="{D1C14221-E95A-427E-9464-952D0E58B005}" destId="{27E5BCD8-D5D9-4EBB-B5C0-A1AE3C76A3CE}" srcOrd="0" destOrd="0" presId="urn:microsoft.com/office/officeart/2005/8/layout/orgChart1"/>
    <dgm:cxn modelId="{8191D5F2-D718-4BB2-A537-9086CDB7930B}" type="presOf" srcId="{ED1B45D4-73D5-49ED-8C1A-5014A6F25850}" destId="{A0D74BA0-8043-4424-94FF-3A2ACAC8977D}" srcOrd="0" destOrd="0" presId="urn:microsoft.com/office/officeart/2005/8/layout/orgChart1"/>
    <dgm:cxn modelId="{120BFCF7-0F22-40F8-9114-1AD9D6CC2EC9}" type="presOf" srcId="{DA162F44-C34E-4993-A1CB-4AB59754798C}" destId="{AF7B43FE-4E06-4FF4-A71C-508476DABC31}" srcOrd="0" destOrd="0" presId="urn:microsoft.com/office/officeart/2005/8/layout/orgChart1"/>
    <dgm:cxn modelId="{287442FB-47A2-4236-B3D8-890C9287E9EA}" type="presOf" srcId="{54D199C9-E51E-4C6F-A6A7-796A5E01B8FE}" destId="{C5865521-F364-45CA-B50F-25CF9C2E315B}" srcOrd="0" destOrd="0" presId="urn:microsoft.com/office/officeart/2005/8/layout/orgChart1"/>
    <dgm:cxn modelId="{B6B22FFE-9F65-4720-8A27-BBB10930C089}" type="presOf" srcId="{D123ED3D-5979-484B-94FF-C241CA3644AA}" destId="{8AAD002A-C92A-4A06-9AA2-B549275E595F}" srcOrd="1" destOrd="0" presId="urn:microsoft.com/office/officeart/2005/8/layout/orgChart1"/>
    <dgm:cxn modelId="{E7CE46FE-9C5B-4EAC-A932-BD75CE8FECC6}" type="presOf" srcId="{D2125D0D-BBDE-4EA8-AC21-E2D902D0DC61}" destId="{6766FBC6-5DD2-41FC-8E2F-0A8064E0910A}" srcOrd="1" destOrd="0" presId="urn:microsoft.com/office/officeart/2005/8/layout/orgChart1"/>
    <dgm:cxn modelId="{8637C653-1BB7-4E26-A2E2-D4FB4F6C5515}" type="presParOf" srcId="{EDCA3726-F3FF-4047-BEF4-2300B583B06E}" destId="{EC86D19E-4A54-4BE0-B31C-FD9DBD674D6B}" srcOrd="0" destOrd="0" presId="urn:microsoft.com/office/officeart/2005/8/layout/orgChart1"/>
    <dgm:cxn modelId="{2893A949-FBB8-4A82-86D3-94BE740B544C}" type="presParOf" srcId="{EC86D19E-4A54-4BE0-B31C-FD9DBD674D6B}" destId="{0699E517-654B-4ECC-B198-7AC048AE96C5}" srcOrd="0" destOrd="0" presId="urn:microsoft.com/office/officeart/2005/8/layout/orgChart1"/>
    <dgm:cxn modelId="{660E6FBE-3827-4395-9C05-57E107DCF72B}" type="presParOf" srcId="{0699E517-654B-4ECC-B198-7AC048AE96C5}" destId="{6E51110B-1B48-48A2-B622-2A0797450A08}" srcOrd="0" destOrd="0" presId="urn:microsoft.com/office/officeart/2005/8/layout/orgChart1"/>
    <dgm:cxn modelId="{B66C9BD9-01D8-4743-9D7F-21889E3C4898}" type="presParOf" srcId="{0699E517-654B-4ECC-B198-7AC048AE96C5}" destId="{71968905-1FBA-4D49-B481-92F1D10EA11A}" srcOrd="1" destOrd="0" presId="urn:microsoft.com/office/officeart/2005/8/layout/orgChart1"/>
    <dgm:cxn modelId="{984C9573-A65C-408E-8B9B-98605E523E54}" type="presParOf" srcId="{EC86D19E-4A54-4BE0-B31C-FD9DBD674D6B}" destId="{0BCF5283-C5E4-4693-8A1C-2EEC17A2B552}" srcOrd="1" destOrd="0" presId="urn:microsoft.com/office/officeart/2005/8/layout/orgChart1"/>
    <dgm:cxn modelId="{52326B11-4616-44CE-B902-5DFC52DA5061}" type="presParOf" srcId="{0BCF5283-C5E4-4693-8A1C-2EEC17A2B552}" destId="{27E5BCD8-D5D9-4EBB-B5C0-A1AE3C76A3CE}" srcOrd="0" destOrd="0" presId="urn:microsoft.com/office/officeart/2005/8/layout/orgChart1"/>
    <dgm:cxn modelId="{95C6C589-9F46-43C5-B50A-71DB4DAE48E6}" type="presParOf" srcId="{0BCF5283-C5E4-4693-8A1C-2EEC17A2B552}" destId="{3F813F8E-FB93-4E54-9F0C-6B4C7D4B8FB9}" srcOrd="1" destOrd="0" presId="urn:microsoft.com/office/officeart/2005/8/layout/orgChart1"/>
    <dgm:cxn modelId="{001FEFB0-00AF-4DFB-9474-17EACB88699F}" type="presParOf" srcId="{3F813F8E-FB93-4E54-9F0C-6B4C7D4B8FB9}" destId="{0AF1124A-A517-4591-BBE5-213FA55C137F}" srcOrd="0" destOrd="0" presId="urn:microsoft.com/office/officeart/2005/8/layout/orgChart1"/>
    <dgm:cxn modelId="{FC58EB4D-AFF1-406D-9A4D-738C1D2A121B}" type="presParOf" srcId="{0AF1124A-A517-4591-BBE5-213FA55C137F}" destId="{BC96FFD2-D653-4557-A25D-6B6B29FB734B}" srcOrd="0" destOrd="0" presId="urn:microsoft.com/office/officeart/2005/8/layout/orgChart1"/>
    <dgm:cxn modelId="{A4F561A5-FA55-42FE-AA7D-07D500C04A18}" type="presParOf" srcId="{0AF1124A-A517-4591-BBE5-213FA55C137F}" destId="{7A83F1FA-7AE4-43F2-881C-D48197E15C71}" srcOrd="1" destOrd="0" presId="urn:microsoft.com/office/officeart/2005/8/layout/orgChart1"/>
    <dgm:cxn modelId="{713DD6CD-2191-4D75-A542-A5B9A6CC02E6}" type="presParOf" srcId="{3F813F8E-FB93-4E54-9F0C-6B4C7D4B8FB9}" destId="{B2BAAE8A-EC4B-4287-9CEA-A86EED9B191B}" srcOrd="1" destOrd="0" presId="urn:microsoft.com/office/officeart/2005/8/layout/orgChart1"/>
    <dgm:cxn modelId="{358B2D60-692A-4176-9DED-3FA2F4776A9F}" type="presParOf" srcId="{B2BAAE8A-EC4B-4287-9CEA-A86EED9B191B}" destId="{AF7B43FE-4E06-4FF4-A71C-508476DABC31}" srcOrd="0" destOrd="0" presId="urn:microsoft.com/office/officeart/2005/8/layout/orgChart1"/>
    <dgm:cxn modelId="{D0C3870D-E4E8-409F-B5B2-8D0AF3DCD873}" type="presParOf" srcId="{B2BAAE8A-EC4B-4287-9CEA-A86EED9B191B}" destId="{60F57CD7-C9C6-46EC-A23B-1A4B3DF57A44}" srcOrd="1" destOrd="0" presId="urn:microsoft.com/office/officeart/2005/8/layout/orgChart1"/>
    <dgm:cxn modelId="{5D047E7E-5C82-4AC6-89DA-081B3303E2DF}" type="presParOf" srcId="{60F57CD7-C9C6-46EC-A23B-1A4B3DF57A44}" destId="{742E86C9-4C21-4A66-A143-AA3A85D6A4DA}" srcOrd="0" destOrd="0" presId="urn:microsoft.com/office/officeart/2005/8/layout/orgChart1"/>
    <dgm:cxn modelId="{5B27D1A4-3800-4122-A1FC-01D7D31442F8}" type="presParOf" srcId="{742E86C9-4C21-4A66-A143-AA3A85D6A4DA}" destId="{C28E1A03-0B26-413D-A2B7-C9F5B7ABF5CA}" srcOrd="0" destOrd="0" presId="urn:microsoft.com/office/officeart/2005/8/layout/orgChart1"/>
    <dgm:cxn modelId="{2E1069DB-A5F0-47D9-8C23-9190906247D8}" type="presParOf" srcId="{742E86C9-4C21-4A66-A143-AA3A85D6A4DA}" destId="{6766FBC6-5DD2-41FC-8E2F-0A8064E0910A}" srcOrd="1" destOrd="0" presId="urn:microsoft.com/office/officeart/2005/8/layout/orgChart1"/>
    <dgm:cxn modelId="{2E0FFB39-1CE4-40DF-B146-F29D703D8D83}" type="presParOf" srcId="{60F57CD7-C9C6-46EC-A23B-1A4B3DF57A44}" destId="{F6B65E2D-5973-487E-B673-1D9A250EC979}" srcOrd="1" destOrd="0" presId="urn:microsoft.com/office/officeart/2005/8/layout/orgChart1"/>
    <dgm:cxn modelId="{4B7B9F60-3FCC-42FC-97D3-C502AA846B4B}" type="presParOf" srcId="{60F57CD7-C9C6-46EC-A23B-1A4B3DF57A44}" destId="{799CDC6E-DB47-41E3-ADC9-52F7F74364D4}" srcOrd="2" destOrd="0" presId="urn:microsoft.com/office/officeart/2005/8/layout/orgChart1"/>
    <dgm:cxn modelId="{EAB53309-10CD-4CE9-B76A-BF8E13C57CF3}" type="presParOf" srcId="{B2BAAE8A-EC4B-4287-9CEA-A86EED9B191B}" destId="{4425C75A-3D78-4BF6-ADF2-6AF80D8EEC38}" srcOrd="2" destOrd="0" presId="urn:microsoft.com/office/officeart/2005/8/layout/orgChart1"/>
    <dgm:cxn modelId="{73DF87DC-35EE-45DE-8191-CCAF7A5EC76D}" type="presParOf" srcId="{B2BAAE8A-EC4B-4287-9CEA-A86EED9B191B}" destId="{9E1BECD4-31C0-41A7-A56C-8B43EB4A14D7}" srcOrd="3" destOrd="0" presId="urn:microsoft.com/office/officeart/2005/8/layout/orgChart1"/>
    <dgm:cxn modelId="{5D90E8CF-099F-40E1-8775-5DEB4BE8A5CB}" type="presParOf" srcId="{9E1BECD4-31C0-41A7-A56C-8B43EB4A14D7}" destId="{E5485E20-CCBD-472C-84AB-8D00FF16A0A8}" srcOrd="0" destOrd="0" presId="urn:microsoft.com/office/officeart/2005/8/layout/orgChart1"/>
    <dgm:cxn modelId="{3DE3C55A-758F-4FCD-86A5-F87F110518C7}" type="presParOf" srcId="{E5485E20-CCBD-472C-84AB-8D00FF16A0A8}" destId="{B3591140-851A-4245-8047-0739084F610D}" srcOrd="0" destOrd="0" presId="urn:microsoft.com/office/officeart/2005/8/layout/orgChart1"/>
    <dgm:cxn modelId="{FE589E52-0786-414F-A916-23DF6F2D2CB1}" type="presParOf" srcId="{E5485E20-CCBD-472C-84AB-8D00FF16A0A8}" destId="{8AAD002A-C92A-4A06-9AA2-B549275E595F}" srcOrd="1" destOrd="0" presId="urn:microsoft.com/office/officeart/2005/8/layout/orgChart1"/>
    <dgm:cxn modelId="{CC023318-A590-41FA-9FA1-4718E00C2CA2}" type="presParOf" srcId="{9E1BECD4-31C0-41A7-A56C-8B43EB4A14D7}" destId="{CC3BE619-4C63-4A23-AB80-B9E26BA1BBC2}" srcOrd="1" destOrd="0" presId="urn:microsoft.com/office/officeart/2005/8/layout/orgChart1"/>
    <dgm:cxn modelId="{66B30AB3-34F1-4605-B122-24DC160328C6}" type="presParOf" srcId="{CC3BE619-4C63-4A23-AB80-B9E26BA1BBC2}" destId="{30AC7F5C-041A-4062-A27E-E3DD49A0569C}" srcOrd="0" destOrd="0" presId="urn:microsoft.com/office/officeart/2005/8/layout/orgChart1"/>
    <dgm:cxn modelId="{34ACB1D1-82E6-46CB-9859-90C2958BAF97}" type="presParOf" srcId="{CC3BE619-4C63-4A23-AB80-B9E26BA1BBC2}" destId="{99443272-9FFB-4DDD-8352-607A143159D1}" srcOrd="1" destOrd="0" presId="urn:microsoft.com/office/officeart/2005/8/layout/orgChart1"/>
    <dgm:cxn modelId="{3598F70C-1826-4D33-A66A-C3D732519989}" type="presParOf" srcId="{99443272-9FFB-4DDD-8352-607A143159D1}" destId="{807361F4-E838-4225-B1D6-209599AEF8A8}" srcOrd="0" destOrd="0" presId="urn:microsoft.com/office/officeart/2005/8/layout/orgChart1"/>
    <dgm:cxn modelId="{9B6F3B8C-8C92-44A3-B966-B0C6758EB378}" type="presParOf" srcId="{807361F4-E838-4225-B1D6-209599AEF8A8}" destId="{1BA6180D-4D1C-4035-B32F-F27C81B88C0C}" srcOrd="0" destOrd="0" presId="urn:microsoft.com/office/officeart/2005/8/layout/orgChart1"/>
    <dgm:cxn modelId="{8C320723-A0AA-40DB-BD6B-85C3F781CB41}" type="presParOf" srcId="{807361F4-E838-4225-B1D6-209599AEF8A8}" destId="{EDD202BD-3D36-4B5A-8EB0-20AB1275FA74}" srcOrd="1" destOrd="0" presId="urn:microsoft.com/office/officeart/2005/8/layout/orgChart1"/>
    <dgm:cxn modelId="{30E4174A-210C-4095-8D3F-AD77C207155C}" type="presParOf" srcId="{99443272-9FFB-4DDD-8352-607A143159D1}" destId="{423EE6E8-9EE1-4F64-A6A4-642F76AE69BC}" srcOrd="1" destOrd="0" presId="urn:microsoft.com/office/officeart/2005/8/layout/orgChart1"/>
    <dgm:cxn modelId="{9DC716C1-49F3-46A0-9B73-0BF104B236C5}" type="presParOf" srcId="{99443272-9FFB-4DDD-8352-607A143159D1}" destId="{C25AB805-61EE-4E1E-83F3-9852900427CA}" srcOrd="2" destOrd="0" presId="urn:microsoft.com/office/officeart/2005/8/layout/orgChart1"/>
    <dgm:cxn modelId="{F9CD736B-8841-4534-B0A1-010C7FA34268}" type="presParOf" srcId="{CC3BE619-4C63-4A23-AB80-B9E26BA1BBC2}" destId="{4314AF83-DA9F-4261-B432-357C2D898E12}" srcOrd="2" destOrd="0" presId="urn:microsoft.com/office/officeart/2005/8/layout/orgChart1"/>
    <dgm:cxn modelId="{CCFE2E8B-13ED-46BC-AD56-20C14409F9A5}" type="presParOf" srcId="{CC3BE619-4C63-4A23-AB80-B9E26BA1BBC2}" destId="{27244AB9-A801-4EC6-8195-99846D1E8C54}" srcOrd="3" destOrd="0" presId="urn:microsoft.com/office/officeart/2005/8/layout/orgChart1"/>
    <dgm:cxn modelId="{2EA18910-6D7B-40DA-BC3C-3C69E57B9BBB}" type="presParOf" srcId="{27244AB9-A801-4EC6-8195-99846D1E8C54}" destId="{5FD4A847-8800-4561-8576-1DDC093FFA64}" srcOrd="0" destOrd="0" presId="urn:microsoft.com/office/officeart/2005/8/layout/orgChart1"/>
    <dgm:cxn modelId="{BAFC8326-FAFD-4C42-B8AC-1F7D9870111D}" type="presParOf" srcId="{5FD4A847-8800-4561-8576-1DDC093FFA64}" destId="{527EB5DC-0A5F-4AB6-9DE6-A35B570AC4C3}" srcOrd="0" destOrd="0" presId="urn:microsoft.com/office/officeart/2005/8/layout/orgChart1"/>
    <dgm:cxn modelId="{FA553740-116B-4770-8A50-AA8F8886A0ED}" type="presParOf" srcId="{5FD4A847-8800-4561-8576-1DDC093FFA64}" destId="{4125E3AD-7669-4FB3-BB9E-4159770B756C}" srcOrd="1" destOrd="0" presId="urn:microsoft.com/office/officeart/2005/8/layout/orgChart1"/>
    <dgm:cxn modelId="{C2819C6D-06F2-485A-8B77-9442C0149E21}" type="presParOf" srcId="{27244AB9-A801-4EC6-8195-99846D1E8C54}" destId="{DBF324D0-7030-4CD5-89E5-AEC0E3BBBA65}" srcOrd="1" destOrd="0" presId="urn:microsoft.com/office/officeart/2005/8/layout/orgChart1"/>
    <dgm:cxn modelId="{635519A7-5355-44C2-9469-EB743E4503DD}" type="presParOf" srcId="{27244AB9-A801-4EC6-8195-99846D1E8C54}" destId="{4834D67C-BDAA-46B5-A510-7F97ADFF2FF7}" srcOrd="2" destOrd="0" presId="urn:microsoft.com/office/officeart/2005/8/layout/orgChart1"/>
    <dgm:cxn modelId="{7F34AF05-19D6-4625-9A97-E81982C08A60}" type="presParOf" srcId="{9E1BECD4-31C0-41A7-A56C-8B43EB4A14D7}" destId="{8736F242-42FF-4932-A067-F76B6C9E4418}" srcOrd="2" destOrd="0" presId="urn:microsoft.com/office/officeart/2005/8/layout/orgChart1"/>
    <dgm:cxn modelId="{2997653C-30EB-4B5C-A5F8-F8D2D5735E81}" type="presParOf" srcId="{3F813F8E-FB93-4E54-9F0C-6B4C7D4B8FB9}" destId="{C3E8B625-7D80-4A71-A048-B131D2373C35}" srcOrd="2" destOrd="0" presId="urn:microsoft.com/office/officeart/2005/8/layout/orgChart1"/>
    <dgm:cxn modelId="{8887E76F-C82F-4222-B24A-3986CF89FCB4}" type="presParOf" srcId="{0BCF5283-C5E4-4693-8A1C-2EEC17A2B552}" destId="{BD96C38C-3171-4E2B-BA5E-91FA0F8F0690}" srcOrd="2" destOrd="0" presId="urn:microsoft.com/office/officeart/2005/8/layout/orgChart1"/>
    <dgm:cxn modelId="{8B6AC0AB-0B39-4EA2-B9A4-DA0454D6CDDE}" type="presParOf" srcId="{0BCF5283-C5E4-4693-8A1C-2EEC17A2B552}" destId="{4F4CDC77-794D-45BD-9F36-A0E8763BFE71}" srcOrd="3" destOrd="0" presId="urn:microsoft.com/office/officeart/2005/8/layout/orgChart1"/>
    <dgm:cxn modelId="{DA65FA91-AEBD-47D4-86A4-AA029C10E823}" type="presParOf" srcId="{4F4CDC77-794D-45BD-9F36-A0E8763BFE71}" destId="{CD817C1B-5E68-40AF-BFDA-854A2F600C91}" srcOrd="0" destOrd="0" presId="urn:microsoft.com/office/officeart/2005/8/layout/orgChart1"/>
    <dgm:cxn modelId="{59860E53-1E20-49AF-B33D-B69770C66B05}" type="presParOf" srcId="{CD817C1B-5E68-40AF-BFDA-854A2F600C91}" destId="{FCD27D05-907F-498F-8647-8627EB611724}" srcOrd="0" destOrd="0" presId="urn:microsoft.com/office/officeart/2005/8/layout/orgChart1"/>
    <dgm:cxn modelId="{B5375333-FEE6-4717-8AFD-F309A392C535}" type="presParOf" srcId="{CD817C1B-5E68-40AF-BFDA-854A2F600C91}" destId="{B986B3FA-120C-4D49-8711-50C3DB8772C6}" srcOrd="1" destOrd="0" presId="urn:microsoft.com/office/officeart/2005/8/layout/orgChart1"/>
    <dgm:cxn modelId="{7277F559-6F4B-494E-B607-2D127F784A81}" type="presParOf" srcId="{4F4CDC77-794D-45BD-9F36-A0E8763BFE71}" destId="{07DCC18B-BDB4-4FC1-AD0D-4F6CB88B92C2}" srcOrd="1" destOrd="0" presId="urn:microsoft.com/office/officeart/2005/8/layout/orgChart1"/>
    <dgm:cxn modelId="{02F061BA-83F2-4B89-9D40-4DBEB448B2B1}" type="presParOf" srcId="{07DCC18B-BDB4-4FC1-AD0D-4F6CB88B92C2}" destId="{C5865521-F364-45CA-B50F-25CF9C2E315B}" srcOrd="0" destOrd="0" presId="urn:microsoft.com/office/officeart/2005/8/layout/orgChart1"/>
    <dgm:cxn modelId="{5B356484-6F0A-4FDB-92C5-160B559FA02B}" type="presParOf" srcId="{07DCC18B-BDB4-4FC1-AD0D-4F6CB88B92C2}" destId="{D6493B43-3FB9-47CA-BA42-AB08EEFB89B1}" srcOrd="1" destOrd="0" presId="urn:microsoft.com/office/officeart/2005/8/layout/orgChart1"/>
    <dgm:cxn modelId="{A8436959-3794-4041-8C1E-158A81611DC0}" type="presParOf" srcId="{D6493B43-3FB9-47CA-BA42-AB08EEFB89B1}" destId="{1624860F-03EB-4938-8636-F759FC162A82}" srcOrd="0" destOrd="0" presId="urn:microsoft.com/office/officeart/2005/8/layout/orgChart1"/>
    <dgm:cxn modelId="{38AFCF3A-EC00-44CC-AFB1-E00C14E39A2A}" type="presParOf" srcId="{1624860F-03EB-4938-8636-F759FC162A82}" destId="{A0D74BA0-8043-4424-94FF-3A2ACAC8977D}" srcOrd="0" destOrd="0" presId="urn:microsoft.com/office/officeart/2005/8/layout/orgChart1"/>
    <dgm:cxn modelId="{320890F3-2AB6-42E8-A887-1C80DF728557}" type="presParOf" srcId="{1624860F-03EB-4938-8636-F759FC162A82}" destId="{96269BDD-679D-41A8-9766-11194BEF53EE}" srcOrd="1" destOrd="0" presId="urn:microsoft.com/office/officeart/2005/8/layout/orgChart1"/>
    <dgm:cxn modelId="{E2942111-49CD-4390-B4BC-70EFCDB02C3C}" type="presParOf" srcId="{D6493B43-3FB9-47CA-BA42-AB08EEFB89B1}" destId="{CD42EF22-2F2D-4869-B63C-71453500FE29}" srcOrd="1" destOrd="0" presId="urn:microsoft.com/office/officeart/2005/8/layout/orgChart1"/>
    <dgm:cxn modelId="{1E987414-6042-4AB5-AD41-E235F4623A16}" type="presParOf" srcId="{D6493B43-3FB9-47CA-BA42-AB08EEFB89B1}" destId="{BC5A0FA2-5724-40D3-82F2-4E34826CD809}" srcOrd="2" destOrd="0" presId="urn:microsoft.com/office/officeart/2005/8/layout/orgChart1"/>
    <dgm:cxn modelId="{0F9183C1-61E0-4467-AC6F-3E32BC33AADD}" type="presParOf" srcId="{4F4CDC77-794D-45BD-9F36-A0E8763BFE71}" destId="{03A58FFA-2BC7-4E64-B8FA-1D8F28E08280}" srcOrd="2" destOrd="0" presId="urn:microsoft.com/office/officeart/2005/8/layout/orgChart1"/>
    <dgm:cxn modelId="{116BEF5F-FEDA-4898-9CF0-871DFEC600F7}" type="presParOf" srcId="{EC86D19E-4A54-4BE0-B31C-FD9DBD674D6B}" destId="{53BBB12F-BB72-407E-8876-66CE10CD9A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1F668-6660-4338-9505-5710F9B5CC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D2125D0D-BBDE-4EA8-AC21-E2D902D0DC61}">
      <dgm:prSet phldrT="[Text]" custT="1"/>
      <dgm:spPr>
        <a:solidFill>
          <a:srgbClr val="FFFF00"/>
        </a:solidFill>
      </dgm:spPr>
      <dgm:t>
        <a:bodyPr/>
        <a:lstStyle/>
        <a:p>
          <a:r>
            <a:rPr lang="en-US" sz="2000" b="1" dirty="0">
              <a:solidFill>
                <a:schemeClr val="tx1"/>
              </a:solidFill>
              <a:latin typeface="Quadraat" panose="02000503060000090004" pitchFamily="2" charset="0"/>
            </a:rPr>
            <a:t>Nonocclusive mesenteric ischemia</a:t>
          </a:r>
        </a:p>
      </dgm:t>
    </dgm:pt>
    <dgm:pt modelId="{DA162F44-C34E-4993-A1CB-4AB59754798C}" type="parTrans" cxnId="{AEC56616-6C85-45FC-B5FF-063C05D7D411}">
      <dgm:prSet/>
      <dgm:spPr/>
      <dgm:t>
        <a:bodyPr/>
        <a:lstStyle/>
        <a:p>
          <a:endParaRPr lang="en-US" sz="2000">
            <a:solidFill>
              <a:schemeClr val="tx1">
                <a:lumMod val="50000"/>
                <a:lumOff val="50000"/>
              </a:schemeClr>
            </a:solidFill>
          </a:endParaRPr>
        </a:p>
      </dgm:t>
    </dgm:pt>
    <dgm:pt modelId="{A05480AD-4211-4BA8-853B-0A730544C77B}" type="sibTrans" cxnId="{AEC56616-6C85-45FC-B5FF-063C05D7D411}">
      <dgm:prSet/>
      <dgm:spPr/>
      <dgm:t>
        <a:bodyPr/>
        <a:lstStyle/>
        <a:p>
          <a:endParaRPr lang="en-US" sz="2000">
            <a:solidFill>
              <a:schemeClr val="tx1">
                <a:lumMod val="50000"/>
                <a:lumOff val="50000"/>
              </a:schemeClr>
            </a:solidFill>
          </a:endParaRPr>
        </a:p>
      </dgm:t>
    </dgm:pt>
    <dgm:pt modelId="{D123ED3D-5979-484B-94FF-C241CA3644AA}">
      <dgm:prSet phldrT="[Text]" custT="1"/>
      <dgm:spPr/>
      <dgm:t>
        <a:bodyPr/>
        <a:lstStyle/>
        <a:p>
          <a:r>
            <a:rPr lang="en-US" sz="2000" dirty="0">
              <a:solidFill>
                <a:schemeClr val="tx1">
                  <a:lumMod val="50000"/>
                  <a:lumOff val="50000"/>
                </a:schemeClr>
              </a:solidFill>
              <a:latin typeface="Quadraat" panose="02000503060000090004" pitchFamily="2" charset="0"/>
            </a:rPr>
            <a:t>Occlusive mesenteric ischemia</a:t>
          </a:r>
        </a:p>
      </dgm:t>
    </dgm:pt>
    <dgm:pt modelId="{5B91458A-5055-428C-9C95-CCF0627C00E3}" type="parTrans" cxnId="{FE310C92-10DF-4873-A597-3231E8560DED}">
      <dgm:prSet/>
      <dgm:spPr/>
      <dgm:t>
        <a:bodyPr/>
        <a:lstStyle/>
        <a:p>
          <a:endParaRPr lang="en-US" sz="2000">
            <a:solidFill>
              <a:schemeClr val="tx1">
                <a:lumMod val="50000"/>
                <a:lumOff val="50000"/>
              </a:schemeClr>
            </a:solidFill>
          </a:endParaRPr>
        </a:p>
      </dgm:t>
    </dgm:pt>
    <dgm:pt modelId="{80EBEE81-F8B1-4381-8142-0A8560B57378}" type="sibTrans" cxnId="{FE310C92-10DF-4873-A597-3231E8560DED}">
      <dgm:prSet/>
      <dgm:spPr/>
      <dgm:t>
        <a:bodyPr/>
        <a:lstStyle/>
        <a:p>
          <a:endParaRPr lang="en-US" sz="2000">
            <a:solidFill>
              <a:schemeClr val="tx1">
                <a:lumMod val="50000"/>
                <a:lumOff val="50000"/>
              </a:schemeClr>
            </a:solidFill>
          </a:endParaRPr>
        </a:p>
      </dgm:t>
    </dgm:pt>
    <dgm:pt modelId="{3AC42360-9558-4728-84D3-1958DB7D6435}">
      <dgm:prSet phldrT="[Text]" custT="1"/>
      <dgm:spPr/>
      <dgm:t>
        <a:bodyPr/>
        <a:lstStyle/>
        <a:p>
          <a:r>
            <a:rPr lang="en-US" sz="2000" dirty="0">
              <a:solidFill>
                <a:schemeClr val="tx1">
                  <a:lumMod val="50000"/>
                  <a:lumOff val="50000"/>
                </a:schemeClr>
              </a:solidFill>
              <a:latin typeface="Quadraat" panose="02000503060000090004" pitchFamily="2" charset="0"/>
            </a:rPr>
            <a:t>Mesenteric arterial embolism</a:t>
          </a:r>
        </a:p>
      </dgm:t>
    </dgm:pt>
    <dgm:pt modelId="{462C937D-C5D2-46D4-B994-44BB2D6789E6}" type="parTrans" cxnId="{76EF4EA1-22B4-40D8-A067-9C0F095098AB}">
      <dgm:prSet/>
      <dgm:spPr/>
      <dgm:t>
        <a:bodyPr/>
        <a:lstStyle/>
        <a:p>
          <a:endParaRPr lang="en-US" sz="2000">
            <a:solidFill>
              <a:schemeClr val="tx1">
                <a:lumMod val="50000"/>
                <a:lumOff val="50000"/>
              </a:schemeClr>
            </a:solidFill>
          </a:endParaRPr>
        </a:p>
      </dgm:t>
    </dgm:pt>
    <dgm:pt modelId="{DCC125C0-C382-4011-8C45-3F5C0783B37E}" type="sibTrans" cxnId="{76EF4EA1-22B4-40D8-A067-9C0F095098AB}">
      <dgm:prSet/>
      <dgm:spPr/>
      <dgm:t>
        <a:bodyPr/>
        <a:lstStyle/>
        <a:p>
          <a:endParaRPr lang="en-US" sz="2000">
            <a:solidFill>
              <a:schemeClr val="tx1">
                <a:lumMod val="50000"/>
                <a:lumOff val="50000"/>
              </a:schemeClr>
            </a:solidFill>
          </a:endParaRPr>
        </a:p>
      </dgm:t>
    </dgm:pt>
    <dgm:pt modelId="{CE9FD2A6-8ABE-40AD-8785-33F4EC8B6B27}">
      <dgm:prSet phldrT="[Text]" custT="1"/>
      <dgm:spPr/>
      <dgm:t>
        <a:bodyPr/>
        <a:lstStyle/>
        <a:p>
          <a:r>
            <a:rPr lang="en-US" sz="2000" dirty="0">
              <a:solidFill>
                <a:schemeClr val="tx1">
                  <a:lumMod val="50000"/>
                  <a:lumOff val="50000"/>
                </a:schemeClr>
              </a:solidFill>
              <a:latin typeface="Quadraat" panose="02000503060000090004" pitchFamily="2" charset="0"/>
            </a:rPr>
            <a:t>Acute mesenteric arterial thrombosis</a:t>
          </a:r>
        </a:p>
      </dgm:t>
    </dgm:pt>
    <dgm:pt modelId="{22B36BA0-808B-4B05-BF81-360F912A143D}" type="parTrans" cxnId="{A9237A95-F6C6-4698-99C6-EADFDF9635FD}">
      <dgm:prSet/>
      <dgm:spPr/>
      <dgm:t>
        <a:bodyPr/>
        <a:lstStyle/>
        <a:p>
          <a:endParaRPr lang="en-US" sz="2000">
            <a:solidFill>
              <a:schemeClr val="tx1">
                <a:lumMod val="50000"/>
                <a:lumOff val="50000"/>
              </a:schemeClr>
            </a:solidFill>
          </a:endParaRPr>
        </a:p>
      </dgm:t>
    </dgm:pt>
    <dgm:pt modelId="{DD052032-10F9-45D0-A178-2B60F51F2992}" type="sibTrans" cxnId="{A9237A95-F6C6-4698-99C6-EADFDF9635FD}">
      <dgm:prSet/>
      <dgm:spPr/>
      <dgm:t>
        <a:bodyPr/>
        <a:lstStyle/>
        <a:p>
          <a:endParaRPr lang="en-US" sz="2000">
            <a:solidFill>
              <a:schemeClr val="tx1">
                <a:lumMod val="50000"/>
                <a:lumOff val="50000"/>
              </a:schemeClr>
            </a:solidFill>
          </a:endParaRPr>
        </a:p>
      </dgm:t>
    </dgm:pt>
    <dgm:pt modelId="{ED1B45D4-73D5-49ED-8C1A-5014A6F25850}">
      <dgm:prSet phldrT="[Text]" custT="1"/>
      <dgm:spPr/>
      <dgm:t>
        <a:bodyPr/>
        <a:lstStyle/>
        <a:p>
          <a:r>
            <a:rPr lang="en-US" sz="2000" dirty="0">
              <a:solidFill>
                <a:schemeClr val="tx1">
                  <a:lumMod val="50000"/>
                  <a:lumOff val="50000"/>
                </a:schemeClr>
              </a:solidFill>
              <a:latin typeface="Quadraat" panose="02000503060000090004" pitchFamily="2" charset="0"/>
            </a:rPr>
            <a:t>Mesenteric venous thrombosis</a:t>
          </a:r>
        </a:p>
      </dgm:t>
    </dgm:pt>
    <dgm:pt modelId="{54D199C9-E51E-4C6F-A6A7-796A5E01B8FE}" type="parTrans" cxnId="{EE949534-B424-4B88-BA50-0E1F494DEE35}">
      <dgm:prSet/>
      <dgm:spPr/>
      <dgm:t>
        <a:bodyPr/>
        <a:lstStyle/>
        <a:p>
          <a:endParaRPr lang="en-US" sz="2000">
            <a:solidFill>
              <a:schemeClr val="tx1">
                <a:lumMod val="50000"/>
                <a:lumOff val="50000"/>
              </a:schemeClr>
            </a:solidFill>
          </a:endParaRPr>
        </a:p>
      </dgm:t>
    </dgm:pt>
    <dgm:pt modelId="{04B33DD4-2870-427B-96E1-282293941265}" type="sibTrans" cxnId="{EE949534-B424-4B88-BA50-0E1F494DEE35}">
      <dgm:prSet/>
      <dgm:spPr/>
      <dgm:t>
        <a:bodyPr/>
        <a:lstStyle/>
        <a:p>
          <a:endParaRPr lang="en-US" sz="2000">
            <a:solidFill>
              <a:schemeClr val="tx1">
                <a:lumMod val="50000"/>
                <a:lumOff val="50000"/>
              </a:schemeClr>
            </a:solidFill>
          </a:endParaRPr>
        </a:p>
      </dgm:t>
    </dgm:pt>
    <dgm:pt modelId="{70C046A8-5AEF-459C-8125-A0D3DC620D9D}">
      <dgm:prSet phldrT="[Text]" custT="1"/>
      <dgm:spPr/>
      <dgm:t>
        <a:bodyPr/>
        <a:lstStyle/>
        <a:p>
          <a:r>
            <a:rPr lang="en-US" sz="2800" dirty="0">
              <a:solidFill>
                <a:schemeClr val="tx1">
                  <a:lumMod val="50000"/>
                  <a:lumOff val="50000"/>
                </a:schemeClr>
              </a:solidFill>
              <a:latin typeface="Quadraat" panose="02000503060000090004" pitchFamily="2" charset="0"/>
            </a:rPr>
            <a:t>Venous</a:t>
          </a:r>
        </a:p>
      </dgm:t>
    </dgm:pt>
    <dgm:pt modelId="{C1FEBA00-8C48-4B95-B5FD-5582EE309891}" type="parTrans" cxnId="{410F8A6B-B524-4A58-AD74-F1E10EBB9D07}">
      <dgm:prSet/>
      <dgm:spPr/>
      <dgm:t>
        <a:bodyPr/>
        <a:lstStyle/>
        <a:p>
          <a:endParaRPr lang="en-US" sz="2000">
            <a:solidFill>
              <a:schemeClr val="tx1">
                <a:lumMod val="50000"/>
                <a:lumOff val="50000"/>
              </a:schemeClr>
            </a:solidFill>
          </a:endParaRPr>
        </a:p>
      </dgm:t>
    </dgm:pt>
    <dgm:pt modelId="{B771835E-8743-466F-B136-64771065C019}" type="sibTrans" cxnId="{410F8A6B-B524-4A58-AD74-F1E10EBB9D07}">
      <dgm:prSet/>
      <dgm:spPr/>
      <dgm:t>
        <a:bodyPr/>
        <a:lstStyle/>
        <a:p>
          <a:endParaRPr lang="en-US" sz="2000">
            <a:solidFill>
              <a:schemeClr val="tx1">
                <a:lumMod val="50000"/>
                <a:lumOff val="50000"/>
              </a:schemeClr>
            </a:solidFill>
          </a:endParaRPr>
        </a:p>
      </dgm:t>
    </dgm:pt>
    <dgm:pt modelId="{560B1A24-A1DB-4EC5-B956-D151C5E0F7F5}">
      <dgm:prSet phldrT="[Text]" custT="1"/>
      <dgm:spPr/>
      <dgm:t>
        <a:bodyPr/>
        <a:lstStyle/>
        <a:p>
          <a:r>
            <a:rPr lang="en-US" sz="2800" dirty="0">
              <a:solidFill>
                <a:schemeClr val="tx1">
                  <a:lumMod val="50000"/>
                  <a:lumOff val="50000"/>
                </a:schemeClr>
              </a:solidFill>
              <a:latin typeface="Quadraat" panose="02000503060000090004" pitchFamily="2" charset="0"/>
            </a:rPr>
            <a:t>Arterial</a:t>
          </a:r>
        </a:p>
      </dgm:t>
    </dgm:pt>
    <dgm:pt modelId="{D1C14221-E95A-427E-9464-952D0E58B005}" type="parTrans" cxnId="{C7D473C4-1E9A-475A-9B1E-05B16EE845B5}">
      <dgm:prSet/>
      <dgm:spPr/>
      <dgm:t>
        <a:bodyPr/>
        <a:lstStyle/>
        <a:p>
          <a:endParaRPr lang="en-US" sz="2000">
            <a:solidFill>
              <a:schemeClr val="tx1">
                <a:lumMod val="50000"/>
                <a:lumOff val="50000"/>
              </a:schemeClr>
            </a:solidFill>
          </a:endParaRPr>
        </a:p>
      </dgm:t>
    </dgm:pt>
    <dgm:pt modelId="{17D9A1A5-2C29-4A2C-A3A2-A24AB795D56B}" type="sibTrans" cxnId="{C7D473C4-1E9A-475A-9B1E-05B16EE845B5}">
      <dgm:prSet/>
      <dgm:spPr/>
      <dgm:t>
        <a:bodyPr/>
        <a:lstStyle/>
        <a:p>
          <a:endParaRPr lang="en-US" sz="2000">
            <a:solidFill>
              <a:schemeClr val="tx1">
                <a:lumMod val="50000"/>
                <a:lumOff val="50000"/>
              </a:schemeClr>
            </a:solidFill>
          </a:endParaRPr>
        </a:p>
      </dgm:t>
    </dgm:pt>
    <dgm:pt modelId="{DCDA280F-5739-4D7E-9333-CBE07BAAAEC6}">
      <dgm:prSet phldrT="[Text]" custT="1"/>
      <dgm:spPr/>
      <dgm:t>
        <a:bodyPr/>
        <a:lstStyle/>
        <a:p>
          <a:r>
            <a:rPr lang="en-US" sz="2800" b="1" dirty="0">
              <a:solidFill>
                <a:schemeClr val="tx1">
                  <a:lumMod val="50000"/>
                  <a:lumOff val="50000"/>
                </a:schemeClr>
              </a:solidFill>
              <a:latin typeface="Quadraat" panose="02000503060000090004" pitchFamily="2" charset="0"/>
            </a:rPr>
            <a:t>Acute mesenteric ischemia</a:t>
          </a:r>
        </a:p>
      </dgm:t>
    </dgm:pt>
    <dgm:pt modelId="{DDBA8420-048C-4E8C-879F-2ABC9DEA079E}" type="parTrans" cxnId="{5F47941E-DF9A-44AF-A6FD-CACDE80E2884}">
      <dgm:prSet/>
      <dgm:spPr/>
      <dgm:t>
        <a:bodyPr/>
        <a:lstStyle/>
        <a:p>
          <a:endParaRPr lang="en-US" sz="2000">
            <a:solidFill>
              <a:schemeClr val="tx1">
                <a:lumMod val="50000"/>
                <a:lumOff val="50000"/>
              </a:schemeClr>
            </a:solidFill>
          </a:endParaRPr>
        </a:p>
      </dgm:t>
    </dgm:pt>
    <dgm:pt modelId="{3FBF4EEB-9B0E-4DD6-B1BC-5838EBBB7622}" type="sibTrans" cxnId="{5F47941E-DF9A-44AF-A6FD-CACDE80E2884}">
      <dgm:prSet/>
      <dgm:spPr/>
      <dgm:t>
        <a:bodyPr/>
        <a:lstStyle/>
        <a:p>
          <a:endParaRPr lang="en-US" sz="2000">
            <a:solidFill>
              <a:schemeClr val="tx1">
                <a:lumMod val="50000"/>
                <a:lumOff val="50000"/>
              </a:schemeClr>
            </a:solidFill>
          </a:endParaRPr>
        </a:p>
      </dgm:t>
    </dgm:pt>
    <dgm:pt modelId="{EDCA3726-F3FF-4047-BEF4-2300B583B06E}" type="pres">
      <dgm:prSet presAssocID="{DA81F668-6660-4338-9505-5710F9B5CCB3}" presName="hierChild1" presStyleCnt="0">
        <dgm:presLayoutVars>
          <dgm:orgChart val="1"/>
          <dgm:chPref val="1"/>
          <dgm:dir/>
          <dgm:animOne val="branch"/>
          <dgm:animLvl val="lvl"/>
          <dgm:resizeHandles/>
        </dgm:presLayoutVars>
      </dgm:prSet>
      <dgm:spPr/>
    </dgm:pt>
    <dgm:pt modelId="{EC86D19E-4A54-4BE0-B31C-FD9DBD674D6B}" type="pres">
      <dgm:prSet presAssocID="{DCDA280F-5739-4D7E-9333-CBE07BAAAEC6}" presName="hierRoot1" presStyleCnt="0">
        <dgm:presLayoutVars>
          <dgm:hierBranch val="init"/>
        </dgm:presLayoutVars>
      </dgm:prSet>
      <dgm:spPr/>
    </dgm:pt>
    <dgm:pt modelId="{0699E517-654B-4ECC-B198-7AC048AE96C5}" type="pres">
      <dgm:prSet presAssocID="{DCDA280F-5739-4D7E-9333-CBE07BAAAEC6}" presName="rootComposite1" presStyleCnt="0"/>
      <dgm:spPr/>
    </dgm:pt>
    <dgm:pt modelId="{6E51110B-1B48-48A2-B622-2A0797450A08}" type="pres">
      <dgm:prSet presAssocID="{DCDA280F-5739-4D7E-9333-CBE07BAAAEC6}" presName="rootText1" presStyleLbl="node0" presStyleIdx="0" presStyleCnt="1" custScaleX="241902">
        <dgm:presLayoutVars>
          <dgm:chPref val="3"/>
        </dgm:presLayoutVars>
      </dgm:prSet>
      <dgm:spPr/>
    </dgm:pt>
    <dgm:pt modelId="{71968905-1FBA-4D49-B481-92F1D10EA11A}" type="pres">
      <dgm:prSet presAssocID="{DCDA280F-5739-4D7E-9333-CBE07BAAAEC6}" presName="rootConnector1" presStyleLbl="node1" presStyleIdx="0" presStyleCnt="0"/>
      <dgm:spPr/>
    </dgm:pt>
    <dgm:pt modelId="{0BCF5283-C5E4-4693-8A1C-2EEC17A2B552}" type="pres">
      <dgm:prSet presAssocID="{DCDA280F-5739-4D7E-9333-CBE07BAAAEC6}" presName="hierChild2" presStyleCnt="0"/>
      <dgm:spPr/>
    </dgm:pt>
    <dgm:pt modelId="{27E5BCD8-D5D9-4EBB-B5C0-A1AE3C76A3CE}" type="pres">
      <dgm:prSet presAssocID="{D1C14221-E95A-427E-9464-952D0E58B005}" presName="Name37" presStyleLbl="parChTrans1D2" presStyleIdx="0" presStyleCnt="2"/>
      <dgm:spPr/>
    </dgm:pt>
    <dgm:pt modelId="{3F813F8E-FB93-4E54-9F0C-6B4C7D4B8FB9}" type="pres">
      <dgm:prSet presAssocID="{560B1A24-A1DB-4EC5-B956-D151C5E0F7F5}" presName="hierRoot2" presStyleCnt="0">
        <dgm:presLayoutVars>
          <dgm:hierBranch val="init"/>
        </dgm:presLayoutVars>
      </dgm:prSet>
      <dgm:spPr/>
    </dgm:pt>
    <dgm:pt modelId="{0AF1124A-A517-4591-BBE5-213FA55C137F}" type="pres">
      <dgm:prSet presAssocID="{560B1A24-A1DB-4EC5-B956-D151C5E0F7F5}" presName="rootComposite" presStyleCnt="0"/>
      <dgm:spPr/>
    </dgm:pt>
    <dgm:pt modelId="{BC96FFD2-D653-4557-A25D-6B6B29FB734B}" type="pres">
      <dgm:prSet presAssocID="{560B1A24-A1DB-4EC5-B956-D151C5E0F7F5}" presName="rootText" presStyleLbl="node2" presStyleIdx="0" presStyleCnt="2">
        <dgm:presLayoutVars>
          <dgm:chPref val="3"/>
        </dgm:presLayoutVars>
      </dgm:prSet>
      <dgm:spPr/>
    </dgm:pt>
    <dgm:pt modelId="{7A83F1FA-7AE4-43F2-881C-D48197E15C71}" type="pres">
      <dgm:prSet presAssocID="{560B1A24-A1DB-4EC5-B956-D151C5E0F7F5}" presName="rootConnector" presStyleLbl="node2" presStyleIdx="0" presStyleCnt="2"/>
      <dgm:spPr/>
    </dgm:pt>
    <dgm:pt modelId="{B2BAAE8A-EC4B-4287-9CEA-A86EED9B191B}" type="pres">
      <dgm:prSet presAssocID="{560B1A24-A1DB-4EC5-B956-D151C5E0F7F5}" presName="hierChild4" presStyleCnt="0"/>
      <dgm:spPr/>
    </dgm:pt>
    <dgm:pt modelId="{AF7B43FE-4E06-4FF4-A71C-508476DABC31}" type="pres">
      <dgm:prSet presAssocID="{DA162F44-C34E-4993-A1CB-4AB59754798C}" presName="Name37" presStyleLbl="parChTrans1D3" presStyleIdx="0" presStyleCnt="3"/>
      <dgm:spPr/>
    </dgm:pt>
    <dgm:pt modelId="{60F57CD7-C9C6-46EC-A23B-1A4B3DF57A44}" type="pres">
      <dgm:prSet presAssocID="{D2125D0D-BBDE-4EA8-AC21-E2D902D0DC61}" presName="hierRoot2" presStyleCnt="0">
        <dgm:presLayoutVars>
          <dgm:hierBranch val="init"/>
        </dgm:presLayoutVars>
      </dgm:prSet>
      <dgm:spPr/>
    </dgm:pt>
    <dgm:pt modelId="{742E86C9-4C21-4A66-A143-AA3A85D6A4DA}" type="pres">
      <dgm:prSet presAssocID="{D2125D0D-BBDE-4EA8-AC21-E2D902D0DC61}" presName="rootComposite" presStyleCnt="0"/>
      <dgm:spPr/>
    </dgm:pt>
    <dgm:pt modelId="{C28E1A03-0B26-413D-A2B7-C9F5B7ABF5CA}" type="pres">
      <dgm:prSet presAssocID="{D2125D0D-BBDE-4EA8-AC21-E2D902D0DC61}" presName="rootText" presStyleLbl="node3" presStyleIdx="0" presStyleCnt="3">
        <dgm:presLayoutVars>
          <dgm:chPref val="3"/>
        </dgm:presLayoutVars>
      </dgm:prSet>
      <dgm:spPr/>
    </dgm:pt>
    <dgm:pt modelId="{6766FBC6-5DD2-41FC-8E2F-0A8064E0910A}" type="pres">
      <dgm:prSet presAssocID="{D2125D0D-BBDE-4EA8-AC21-E2D902D0DC61}" presName="rootConnector" presStyleLbl="node3" presStyleIdx="0" presStyleCnt="3"/>
      <dgm:spPr/>
    </dgm:pt>
    <dgm:pt modelId="{F6B65E2D-5973-487E-B673-1D9A250EC979}" type="pres">
      <dgm:prSet presAssocID="{D2125D0D-BBDE-4EA8-AC21-E2D902D0DC61}" presName="hierChild4" presStyleCnt="0"/>
      <dgm:spPr/>
    </dgm:pt>
    <dgm:pt modelId="{799CDC6E-DB47-41E3-ADC9-52F7F74364D4}" type="pres">
      <dgm:prSet presAssocID="{D2125D0D-BBDE-4EA8-AC21-E2D902D0DC61}" presName="hierChild5" presStyleCnt="0"/>
      <dgm:spPr/>
    </dgm:pt>
    <dgm:pt modelId="{4425C75A-3D78-4BF6-ADF2-6AF80D8EEC38}" type="pres">
      <dgm:prSet presAssocID="{5B91458A-5055-428C-9C95-CCF0627C00E3}" presName="Name37" presStyleLbl="parChTrans1D3" presStyleIdx="1" presStyleCnt="3"/>
      <dgm:spPr/>
    </dgm:pt>
    <dgm:pt modelId="{9E1BECD4-31C0-41A7-A56C-8B43EB4A14D7}" type="pres">
      <dgm:prSet presAssocID="{D123ED3D-5979-484B-94FF-C241CA3644AA}" presName="hierRoot2" presStyleCnt="0">
        <dgm:presLayoutVars>
          <dgm:hierBranch val="init"/>
        </dgm:presLayoutVars>
      </dgm:prSet>
      <dgm:spPr/>
    </dgm:pt>
    <dgm:pt modelId="{E5485E20-CCBD-472C-84AB-8D00FF16A0A8}" type="pres">
      <dgm:prSet presAssocID="{D123ED3D-5979-484B-94FF-C241CA3644AA}" presName="rootComposite" presStyleCnt="0"/>
      <dgm:spPr/>
    </dgm:pt>
    <dgm:pt modelId="{B3591140-851A-4245-8047-0739084F610D}" type="pres">
      <dgm:prSet presAssocID="{D123ED3D-5979-484B-94FF-C241CA3644AA}" presName="rootText" presStyleLbl="node3" presStyleIdx="1" presStyleCnt="3">
        <dgm:presLayoutVars>
          <dgm:chPref val="3"/>
        </dgm:presLayoutVars>
      </dgm:prSet>
      <dgm:spPr/>
    </dgm:pt>
    <dgm:pt modelId="{8AAD002A-C92A-4A06-9AA2-B549275E595F}" type="pres">
      <dgm:prSet presAssocID="{D123ED3D-5979-484B-94FF-C241CA3644AA}" presName="rootConnector" presStyleLbl="node3" presStyleIdx="1" presStyleCnt="3"/>
      <dgm:spPr/>
    </dgm:pt>
    <dgm:pt modelId="{CC3BE619-4C63-4A23-AB80-B9E26BA1BBC2}" type="pres">
      <dgm:prSet presAssocID="{D123ED3D-5979-484B-94FF-C241CA3644AA}" presName="hierChild4" presStyleCnt="0"/>
      <dgm:spPr/>
    </dgm:pt>
    <dgm:pt modelId="{30AC7F5C-041A-4062-A27E-E3DD49A0569C}" type="pres">
      <dgm:prSet presAssocID="{462C937D-C5D2-46D4-B994-44BB2D6789E6}" presName="Name37" presStyleLbl="parChTrans1D4" presStyleIdx="0" presStyleCnt="2"/>
      <dgm:spPr/>
    </dgm:pt>
    <dgm:pt modelId="{99443272-9FFB-4DDD-8352-607A143159D1}" type="pres">
      <dgm:prSet presAssocID="{3AC42360-9558-4728-84D3-1958DB7D6435}" presName="hierRoot2" presStyleCnt="0">
        <dgm:presLayoutVars>
          <dgm:hierBranch val="init"/>
        </dgm:presLayoutVars>
      </dgm:prSet>
      <dgm:spPr/>
    </dgm:pt>
    <dgm:pt modelId="{807361F4-E838-4225-B1D6-209599AEF8A8}" type="pres">
      <dgm:prSet presAssocID="{3AC42360-9558-4728-84D3-1958DB7D6435}" presName="rootComposite" presStyleCnt="0"/>
      <dgm:spPr/>
    </dgm:pt>
    <dgm:pt modelId="{1BA6180D-4D1C-4035-B32F-F27C81B88C0C}" type="pres">
      <dgm:prSet presAssocID="{3AC42360-9558-4728-84D3-1958DB7D6435}" presName="rootText" presStyleLbl="node4" presStyleIdx="0" presStyleCnt="2">
        <dgm:presLayoutVars>
          <dgm:chPref val="3"/>
        </dgm:presLayoutVars>
      </dgm:prSet>
      <dgm:spPr/>
    </dgm:pt>
    <dgm:pt modelId="{EDD202BD-3D36-4B5A-8EB0-20AB1275FA74}" type="pres">
      <dgm:prSet presAssocID="{3AC42360-9558-4728-84D3-1958DB7D6435}" presName="rootConnector" presStyleLbl="node4" presStyleIdx="0" presStyleCnt="2"/>
      <dgm:spPr/>
    </dgm:pt>
    <dgm:pt modelId="{423EE6E8-9EE1-4F64-A6A4-642F76AE69BC}" type="pres">
      <dgm:prSet presAssocID="{3AC42360-9558-4728-84D3-1958DB7D6435}" presName="hierChild4" presStyleCnt="0"/>
      <dgm:spPr/>
    </dgm:pt>
    <dgm:pt modelId="{C25AB805-61EE-4E1E-83F3-9852900427CA}" type="pres">
      <dgm:prSet presAssocID="{3AC42360-9558-4728-84D3-1958DB7D6435}" presName="hierChild5" presStyleCnt="0"/>
      <dgm:spPr/>
    </dgm:pt>
    <dgm:pt modelId="{4314AF83-DA9F-4261-B432-357C2D898E12}" type="pres">
      <dgm:prSet presAssocID="{22B36BA0-808B-4B05-BF81-360F912A143D}" presName="Name37" presStyleLbl="parChTrans1D4" presStyleIdx="1" presStyleCnt="2"/>
      <dgm:spPr/>
    </dgm:pt>
    <dgm:pt modelId="{27244AB9-A801-4EC6-8195-99846D1E8C54}" type="pres">
      <dgm:prSet presAssocID="{CE9FD2A6-8ABE-40AD-8785-33F4EC8B6B27}" presName="hierRoot2" presStyleCnt="0">
        <dgm:presLayoutVars>
          <dgm:hierBranch val="init"/>
        </dgm:presLayoutVars>
      </dgm:prSet>
      <dgm:spPr/>
    </dgm:pt>
    <dgm:pt modelId="{5FD4A847-8800-4561-8576-1DDC093FFA64}" type="pres">
      <dgm:prSet presAssocID="{CE9FD2A6-8ABE-40AD-8785-33F4EC8B6B27}" presName="rootComposite" presStyleCnt="0"/>
      <dgm:spPr/>
    </dgm:pt>
    <dgm:pt modelId="{527EB5DC-0A5F-4AB6-9DE6-A35B570AC4C3}" type="pres">
      <dgm:prSet presAssocID="{CE9FD2A6-8ABE-40AD-8785-33F4EC8B6B27}" presName="rootText" presStyleLbl="node4" presStyleIdx="1" presStyleCnt="2">
        <dgm:presLayoutVars>
          <dgm:chPref val="3"/>
        </dgm:presLayoutVars>
      </dgm:prSet>
      <dgm:spPr/>
    </dgm:pt>
    <dgm:pt modelId="{4125E3AD-7669-4FB3-BB9E-4159770B756C}" type="pres">
      <dgm:prSet presAssocID="{CE9FD2A6-8ABE-40AD-8785-33F4EC8B6B27}" presName="rootConnector" presStyleLbl="node4" presStyleIdx="1" presStyleCnt="2"/>
      <dgm:spPr/>
    </dgm:pt>
    <dgm:pt modelId="{DBF324D0-7030-4CD5-89E5-AEC0E3BBBA65}" type="pres">
      <dgm:prSet presAssocID="{CE9FD2A6-8ABE-40AD-8785-33F4EC8B6B27}" presName="hierChild4" presStyleCnt="0"/>
      <dgm:spPr/>
    </dgm:pt>
    <dgm:pt modelId="{4834D67C-BDAA-46B5-A510-7F97ADFF2FF7}" type="pres">
      <dgm:prSet presAssocID="{CE9FD2A6-8ABE-40AD-8785-33F4EC8B6B27}" presName="hierChild5" presStyleCnt="0"/>
      <dgm:spPr/>
    </dgm:pt>
    <dgm:pt modelId="{8736F242-42FF-4932-A067-F76B6C9E4418}" type="pres">
      <dgm:prSet presAssocID="{D123ED3D-5979-484B-94FF-C241CA3644AA}" presName="hierChild5" presStyleCnt="0"/>
      <dgm:spPr/>
    </dgm:pt>
    <dgm:pt modelId="{C3E8B625-7D80-4A71-A048-B131D2373C35}" type="pres">
      <dgm:prSet presAssocID="{560B1A24-A1DB-4EC5-B956-D151C5E0F7F5}" presName="hierChild5" presStyleCnt="0"/>
      <dgm:spPr/>
    </dgm:pt>
    <dgm:pt modelId="{BD96C38C-3171-4E2B-BA5E-91FA0F8F0690}" type="pres">
      <dgm:prSet presAssocID="{C1FEBA00-8C48-4B95-B5FD-5582EE309891}" presName="Name37" presStyleLbl="parChTrans1D2" presStyleIdx="1" presStyleCnt="2"/>
      <dgm:spPr/>
    </dgm:pt>
    <dgm:pt modelId="{4F4CDC77-794D-45BD-9F36-A0E8763BFE71}" type="pres">
      <dgm:prSet presAssocID="{70C046A8-5AEF-459C-8125-A0D3DC620D9D}" presName="hierRoot2" presStyleCnt="0">
        <dgm:presLayoutVars>
          <dgm:hierBranch val="init"/>
        </dgm:presLayoutVars>
      </dgm:prSet>
      <dgm:spPr/>
    </dgm:pt>
    <dgm:pt modelId="{CD817C1B-5E68-40AF-BFDA-854A2F600C91}" type="pres">
      <dgm:prSet presAssocID="{70C046A8-5AEF-459C-8125-A0D3DC620D9D}" presName="rootComposite" presStyleCnt="0"/>
      <dgm:spPr/>
    </dgm:pt>
    <dgm:pt modelId="{FCD27D05-907F-498F-8647-8627EB611724}" type="pres">
      <dgm:prSet presAssocID="{70C046A8-5AEF-459C-8125-A0D3DC620D9D}" presName="rootText" presStyleLbl="node2" presStyleIdx="1" presStyleCnt="2">
        <dgm:presLayoutVars>
          <dgm:chPref val="3"/>
        </dgm:presLayoutVars>
      </dgm:prSet>
      <dgm:spPr/>
    </dgm:pt>
    <dgm:pt modelId="{B986B3FA-120C-4D49-8711-50C3DB8772C6}" type="pres">
      <dgm:prSet presAssocID="{70C046A8-5AEF-459C-8125-A0D3DC620D9D}" presName="rootConnector" presStyleLbl="node2" presStyleIdx="1" presStyleCnt="2"/>
      <dgm:spPr/>
    </dgm:pt>
    <dgm:pt modelId="{07DCC18B-BDB4-4FC1-AD0D-4F6CB88B92C2}" type="pres">
      <dgm:prSet presAssocID="{70C046A8-5AEF-459C-8125-A0D3DC620D9D}" presName="hierChild4" presStyleCnt="0"/>
      <dgm:spPr/>
    </dgm:pt>
    <dgm:pt modelId="{C5865521-F364-45CA-B50F-25CF9C2E315B}" type="pres">
      <dgm:prSet presAssocID="{54D199C9-E51E-4C6F-A6A7-796A5E01B8FE}" presName="Name37" presStyleLbl="parChTrans1D3" presStyleIdx="2" presStyleCnt="3"/>
      <dgm:spPr/>
    </dgm:pt>
    <dgm:pt modelId="{D6493B43-3FB9-47CA-BA42-AB08EEFB89B1}" type="pres">
      <dgm:prSet presAssocID="{ED1B45D4-73D5-49ED-8C1A-5014A6F25850}" presName="hierRoot2" presStyleCnt="0">
        <dgm:presLayoutVars>
          <dgm:hierBranch val="init"/>
        </dgm:presLayoutVars>
      </dgm:prSet>
      <dgm:spPr/>
    </dgm:pt>
    <dgm:pt modelId="{1624860F-03EB-4938-8636-F759FC162A82}" type="pres">
      <dgm:prSet presAssocID="{ED1B45D4-73D5-49ED-8C1A-5014A6F25850}" presName="rootComposite" presStyleCnt="0"/>
      <dgm:spPr/>
    </dgm:pt>
    <dgm:pt modelId="{A0D74BA0-8043-4424-94FF-3A2ACAC8977D}" type="pres">
      <dgm:prSet presAssocID="{ED1B45D4-73D5-49ED-8C1A-5014A6F25850}" presName="rootText" presStyleLbl="node3" presStyleIdx="2" presStyleCnt="3">
        <dgm:presLayoutVars>
          <dgm:chPref val="3"/>
        </dgm:presLayoutVars>
      </dgm:prSet>
      <dgm:spPr/>
    </dgm:pt>
    <dgm:pt modelId="{96269BDD-679D-41A8-9766-11194BEF53EE}" type="pres">
      <dgm:prSet presAssocID="{ED1B45D4-73D5-49ED-8C1A-5014A6F25850}" presName="rootConnector" presStyleLbl="node3" presStyleIdx="2" presStyleCnt="3"/>
      <dgm:spPr/>
    </dgm:pt>
    <dgm:pt modelId="{CD42EF22-2F2D-4869-B63C-71453500FE29}" type="pres">
      <dgm:prSet presAssocID="{ED1B45D4-73D5-49ED-8C1A-5014A6F25850}" presName="hierChild4" presStyleCnt="0"/>
      <dgm:spPr/>
    </dgm:pt>
    <dgm:pt modelId="{BC5A0FA2-5724-40D3-82F2-4E34826CD809}" type="pres">
      <dgm:prSet presAssocID="{ED1B45D4-73D5-49ED-8C1A-5014A6F25850}" presName="hierChild5" presStyleCnt="0"/>
      <dgm:spPr/>
    </dgm:pt>
    <dgm:pt modelId="{03A58FFA-2BC7-4E64-B8FA-1D8F28E08280}" type="pres">
      <dgm:prSet presAssocID="{70C046A8-5AEF-459C-8125-A0D3DC620D9D}" presName="hierChild5" presStyleCnt="0"/>
      <dgm:spPr/>
    </dgm:pt>
    <dgm:pt modelId="{53BBB12F-BB72-407E-8876-66CE10CD9AAF}" type="pres">
      <dgm:prSet presAssocID="{DCDA280F-5739-4D7E-9333-CBE07BAAAEC6}" presName="hierChild3" presStyleCnt="0"/>
      <dgm:spPr/>
    </dgm:pt>
  </dgm:ptLst>
  <dgm:cxnLst>
    <dgm:cxn modelId="{DAC78D14-29D0-4457-99C9-DC43ED8ABC1A}" type="presOf" srcId="{5B91458A-5055-428C-9C95-CCF0627C00E3}" destId="{4425C75A-3D78-4BF6-ADF2-6AF80D8EEC38}" srcOrd="0" destOrd="0" presId="urn:microsoft.com/office/officeart/2005/8/layout/orgChart1"/>
    <dgm:cxn modelId="{AEC56616-6C85-45FC-B5FF-063C05D7D411}" srcId="{560B1A24-A1DB-4EC5-B956-D151C5E0F7F5}" destId="{D2125D0D-BBDE-4EA8-AC21-E2D902D0DC61}" srcOrd="0" destOrd="0" parTransId="{DA162F44-C34E-4993-A1CB-4AB59754798C}" sibTransId="{A05480AD-4211-4BA8-853B-0A730544C77B}"/>
    <dgm:cxn modelId="{5F47941E-DF9A-44AF-A6FD-CACDE80E2884}" srcId="{DA81F668-6660-4338-9505-5710F9B5CCB3}" destId="{DCDA280F-5739-4D7E-9333-CBE07BAAAEC6}" srcOrd="0" destOrd="0" parTransId="{DDBA8420-048C-4E8C-879F-2ABC9DEA079E}" sibTransId="{3FBF4EEB-9B0E-4DD6-B1BC-5838EBBB7622}"/>
    <dgm:cxn modelId="{EE949534-B424-4B88-BA50-0E1F494DEE35}" srcId="{70C046A8-5AEF-459C-8125-A0D3DC620D9D}" destId="{ED1B45D4-73D5-49ED-8C1A-5014A6F25850}" srcOrd="0" destOrd="0" parTransId="{54D199C9-E51E-4C6F-A6A7-796A5E01B8FE}" sibTransId="{04B33DD4-2870-427B-96E1-282293941265}"/>
    <dgm:cxn modelId="{06649C34-3C7C-4DF1-BC48-1B9988FB51B9}" type="presOf" srcId="{C1FEBA00-8C48-4B95-B5FD-5582EE309891}" destId="{BD96C38C-3171-4E2B-BA5E-91FA0F8F0690}" srcOrd="0" destOrd="0" presId="urn:microsoft.com/office/officeart/2005/8/layout/orgChart1"/>
    <dgm:cxn modelId="{B9F17236-94B4-4D59-948E-7CDFA57A2582}" type="presOf" srcId="{ED1B45D4-73D5-49ED-8C1A-5014A6F25850}" destId="{96269BDD-679D-41A8-9766-11194BEF53EE}" srcOrd="1" destOrd="0" presId="urn:microsoft.com/office/officeart/2005/8/layout/orgChart1"/>
    <dgm:cxn modelId="{4346B14D-3CFA-4F5E-BE99-D7DE5E76C3AB}" type="presOf" srcId="{CE9FD2A6-8ABE-40AD-8785-33F4EC8B6B27}" destId="{527EB5DC-0A5F-4AB6-9DE6-A35B570AC4C3}" srcOrd="0" destOrd="0" presId="urn:microsoft.com/office/officeart/2005/8/layout/orgChart1"/>
    <dgm:cxn modelId="{24115A5F-1E29-4F6D-966F-35E942E62ECD}" type="presOf" srcId="{D123ED3D-5979-484B-94FF-C241CA3644AA}" destId="{B3591140-851A-4245-8047-0739084F610D}" srcOrd="0" destOrd="0" presId="urn:microsoft.com/office/officeart/2005/8/layout/orgChart1"/>
    <dgm:cxn modelId="{410F8A6B-B524-4A58-AD74-F1E10EBB9D07}" srcId="{DCDA280F-5739-4D7E-9333-CBE07BAAAEC6}" destId="{70C046A8-5AEF-459C-8125-A0D3DC620D9D}" srcOrd="1" destOrd="0" parTransId="{C1FEBA00-8C48-4B95-B5FD-5582EE309891}" sibTransId="{B771835E-8743-466F-B136-64771065C019}"/>
    <dgm:cxn modelId="{DBBE0078-0B5C-41E1-BBE3-502C22E751DF}" type="presOf" srcId="{462C937D-C5D2-46D4-B994-44BB2D6789E6}" destId="{30AC7F5C-041A-4062-A27E-E3DD49A0569C}" srcOrd="0" destOrd="0" presId="urn:microsoft.com/office/officeart/2005/8/layout/orgChart1"/>
    <dgm:cxn modelId="{5AD82988-9BDA-4831-BD46-790C808D8DAC}" type="presOf" srcId="{70C046A8-5AEF-459C-8125-A0D3DC620D9D}" destId="{FCD27D05-907F-498F-8647-8627EB611724}" srcOrd="0" destOrd="0" presId="urn:microsoft.com/office/officeart/2005/8/layout/orgChart1"/>
    <dgm:cxn modelId="{FE310C92-10DF-4873-A597-3231E8560DED}" srcId="{560B1A24-A1DB-4EC5-B956-D151C5E0F7F5}" destId="{D123ED3D-5979-484B-94FF-C241CA3644AA}" srcOrd="1" destOrd="0" parTransId="{5B91458A-5055-428C-9C95-CCF0627C00E3}" sibTransId="{80EBEE81-F8B1-4381-8142-0A8560B57378}"/>
    <dgm:cxn modelId="{850E2195-02FC-443D-B8AD-AA7403A71773}" type="presOf" srcId="{3AC42360-9558-4728-84D3-1958DB7D6435}" destId="{1BA6180D-4D1C-4035-B32F-F27C81B88C0C}" srcOrd="0" destOrd="0" presId="urn:microsoft.com/office/officeart/2005/8/layout/orgChart1"/>
    <dgm:cxn modelId="{A9237A95-F6C6-4698-99C6-EADFDF9635FD}" srcId="{D123ED3D-5979-484B-94FF-C241CA3644AA}" destId="{CE9FD2A6-8ABE-40AD-8785-33F4EC8B6B27}" srcOrd="1" destOrd="0" parTransId="{22B36BA0-808B-4B05-BF81-360F912A143D}" sibTransId="{DD052032-10F9-45D0-A178-2B60F51F2992}"/>
    <dgm:cxn modelId="{76EF4EA1-22B4-40D8-A067-9C0F095098AB}" srcId="{D123ED3D-5979-484B-94FF-C241CA3644AA}" destId="{3AC42360-9558-4728-84D3-1958DB7D6435}" srcOrd="0" destOrd="0" parTransId="{462C937D-C5D2-46D4-B994-44BB2D6789E6}" sibTransId="{DCC125C0-C382-4011-8C45-3F5C0783B37E}"/>
    <dgm:cxn modelId="{22EA96A1-ACE0-496E-90D5-545561DFEFF6}" type="presOf" srcId="{D2125D0D-BBDE-4EA8-AC21-E2D902D0DC61}" destId="{C28E1A03-0B26-413D-A2B7-C9F5B7ABF5CA}" srcOrd="0" destOrd="0" presId="urn:microsoft.com/office/officeart/2005/8/layout/orgChart1"/>
    <dgm:cxn modelId="{C83AEDA4-71F0-4068-B698-461780ECCDDC}" type="presOf" srcId="{CE9FD2A6-8ABE-40AD-8785-33F4EC8B6B27}" destId="{4125E3AD-7669-4FB3-BB9E-4159770B756C}" srcOrd="1" destOrd="0" presId="urn:microsoft.com/office/officeart/2005/8/layout/orgChart1"/>
    <dgm:cxn modelId="{E1EE4FA7-37D7-4D5C-BB54-91072BB2644C}" type="presOf" srcId="{DCDA280F-5739-4D7E-9333-CBE07BAAAEC6}" destId="{6E51110B-1B48-48A2-B622-2A0797450A08}" srcOrd="0" destOrd="0" presId="urn:microsoft.com/office/officeart/2005/8/layout/orgChart1"/>
    <dgm:cxn modelId="{7E5132B0-AC9F-494F-883C-C5C1404AC51A}" type="presOf" srcId="{3AC42360-9558-4728-84D3-1958DB7D6435}" destId="{EDD202BD-3D36-4B5A-8EB0-20AB1275FA74}" srcOrd="1" destOrd="0" presId="urn:microsoft.com/office/officeart/2005/8/layout/orgChart1"/>
    <dgm:cxn modelId="{B67AA2B8-7414-4E76-94F0-6A752642BC09}" type="presOf" srcId="{560B1A24-A1DB-4EC5-B956-D151C5E0F7F5}" destId="{BC96FFD2-D653-4557-A25D-6B6B29FB734B}" srcOrd="0" destOrd="0" presId="urn:microsoft.com/office/officeart/2005/8/layout/orgChart1"/>
    <dgm:cxn modelId="{C7D473C4-1E9A-475A-9B1E-05B16EE845B5}" srcId="{DCDA280F-5739-4D7E-9333-CBE07BAAAEC6}" destId="{560B1A24-A1DB-4EC5-B956-D151C5E0F7F5}" srcOrd="0" destOrd="0" parTransId="{D1C14221-E95A-427E-9464-952D0E58B005}" sibTransId="{17D9A1A5-2C29-4A2C-A3A2-A24AB795D56B}"/>
    <dgm:cxn modelId="{E50214C6-9E07-49AA-92BB-1EB53AB9820E}" type="presOf" srcId="{DA81F668-6660-4338-9505-5710F9B5CCB3}" destId="{EDCA3726-F3FF-4047-BEF4-2300B583B06E}" srcOrd="0" destOrd="0" presId="urn:microsoft.com/office/officeart/2005/8/layout/orgChart1"/>
    <dgm:cxn modelId="{8C80C6CC-C008-4DFA-B463-34BECD9C32AC}" type="presOf" srcId="{560B1A24-A1DB-4EC5-B956-D151C5E0F7F5}" destId="{7A83F1FA-7AE4-43F2-881C-D48197E15C71}" srcOrd="1" destOrd="0" presId="urn:microsoft.com/office/officeart/2005/8/layout/orgChart1"/>
    <dgm:cxn modelId="{A03B40D2-007B-4FFE-B080-97AA396CC2C9}" type="presOf" srcId="{DCDA280F-5739-4D7E-9333-CBE07BAAAEC6}" destId="{71968905-1FBA-4D49-B481-92F1D10EA11A}" srcOrd="1" destOrd="0" presId="urn:microsoft.com/office/officeart/2005/8/layout/orgChart1"/>
    <dgm:cxn modelId="{2E9F60E1-BA8A-4162-BABE-332B237D9DDF}" type="presOf" srcId="{22B36BA0-808B-4B05-BF81-360F912A143D}" destId="{4314AF83-DA9F-4261-B432-357C2D898E12}" srcOrd="0" destOrd="0" presId="urn:microsoft.com/office/officeart/2005/8/layout/orgChart1"/>
    <dgm:cxn modelId="{EFF164E2-D2C0-46D8-9FEF-6F84F5CC58D9}" type="presOf" srcId="{70C046A8-5AEF-459C-8125-A0D3DC620D9D}" destId="{B986B3FA-120C-4D49-8711-50C3DB8772C6}" srcOrd="1" destOrd="0" presId="urn:microsoft.com/office/officeart/2005/8/layout/orgChart1"/>
    <dgm:cxn modelId="{131841E4-DCF7-486F-B448-71E595AB99E7}" type="presOf" srcId="{D1C14221-E95A-427E-9464-952D0E58B005}" destId="{27E5BCD8-D5D9-4EBB-B5C0-A1AE3C76A3CE}" srcOrd="0" destOrd="0" presId="urn:microsoft.com/office/officeart/2005/8/layout/orgChart1"/>
    <dgm:cxn modelId="{8191D5F2-D718-4BB2-A537-9086CDB7930B}" type="presOf" srcId="{ED1B45D4-73D5-49ED-8C1A-5014A6F25850}" destId="{A0D74BA0-8043-4424-94FF-3A2ACAC8977D}" srcOrd="0" destOrd="0" presId="urn:microsoft.com/office/officeart/2005/8/layout/orgChart1"/>
    <dgm:cxn modelId="{120BFCF7-0F22-40F8-9114-1AD9D6CC2EC9}" type="presOf" srcId="{DA162F44-C34E-4993-A1CB-4AB59754798C}" destId="{AF7B43FE-4E06-4FF4-A71C-508476DABC31}" srcOrd="0" destOrd="0" presId="urn:microsoft.com/office/officeart/2005/8/layout/orgChart1"/>
    <dgm:cxn modelId="{287442FB-47A2-4236-B3D8-890C9287E9EA}" type="presOf" srcId="{54D199C9-E51E-4C6F-A6A7-796A5E01B8FE}" destId="{C5865521-F364-45CA-B50F-25CF9C2E315B}" srcOrd="0" destOrd="0" presId="urn:microsoft.com/office/officeart/2005/8/layout/orgChart1"/>
    <dgm:cxn modelId="{B6B22FFE-9F65-4720-8A27-BBB10930C089}" type="presOf" srcId="{D123ED3D-5979-484B-94FF-C241CA3644AA}" destId="{8AAD002A-C92A-4A06-9AA2-B549275E595F}" srcOrd="1" destOrd="0" presId="urn:microsoft.com/office/officeart/2005/8/layout/orgChart1"/>
    <dgm:cxn modelId="{E7CE46FE-9C5B-4EAC-A932-BD75CE8FECC6}" type="presOf" srcId="{D2125D0D-BBDE-4EA8-AC21-E2D902D0DC61}" destId="{6766FBC6-5DD2-41FC-8E2F-0A8064E0910A}" srcOrd="1" destOrd="0" presId="urn:microsoft.com/office/officeart/2005/8/layout/orgChart1"/>
    <dgm:cxn modelId="{8637C653-1BB7-4E26-A2E2-D4FB4F6C5515}" type="presParOf" srcId="{EDCA3726-F3FF-4047-BEF4-2300B583B06E}" destId="{EC86D19E-4A54-4BE0-B31C-FD9DBD674D6B}" srcOrd="0" destOrd="0" presId="urn:microsoft.com/office/officeart/2005/8/layout/orgChart1"/>
    <dgm:cxn modelId="{2893A949-FBB8-4A82-86D3-94BE740B544C}" type="presParOf" srcId="{EC86D19E-4A54-4BE0-B31C-FD9DBD674D6B}" destId="{0699E517-654B-4ECC-B198-7AC048AE96C5}" srcOrd="0" destOrd="0" presId="urn:microsoft.com/office/officeart/2005/8/layout/orgChart1"/>
    <dgm:cxn modelId="{660E6FBE-3827-4395-9C05-57E107DCF72B}" type="presParOf" srcId="{0699E517-654B-4ECC-B198-7AC048AE96C5}" destId="{6E51110B-1B48-48A2-B622-2A0797450A08}" srcOrd="0" destOrd="0" presId="urn:microsoft.com/office/officeart/2005/8/layout/orgChart1"/>
    <dgm:cxn modelId="{B66C9BD9-01D8-4743-9D7F-21889E3C4898}" type="presParOf" srcId="{0699E517-654B-4ECC-B198-7AC048AE96C5}" destId="{71968905-1FBA-4D49-B481-92F1D10EA11A}" srcOrd="1" destOrd="0" presId="urn:microsoft.com/office/officeart/2005/8/layout/orgChart1"/>
    <dgm:cxn modelId="{984C9573-A65C-408E-8B9B-98605E523E54}" type="presParOf" srcId="{EC86D19E-4A54-4BE0-B31C-FD9DBD674D6B}" destId="{0BCF5283-C5E4-4693-8A1C-2EEC17A2B552}" srcOrd="1" destOrd="0" presId="urn:microsoft.com/office/officeart/2005/8/layout/orgChart1"/>
    <dgm:cxn modelId="{52326B11-4616-44CE-B902-5DFC52DA5061}" type="presParOf" srcId="{0BCF5283-C5E4-4693-8A1C-2EEC17A2B552}" destId="{27E5BCD8-D5D9-4EBB-B5C0-A1AE3C76A3CE}" srcOrd="0" destOrd="0" presId="urn:microsoft.com/office/officeart/2005/8/layout/orgChart1"/>
    <dgm:cxn modelId="{95C6C589-9F46-43C5-B50A-71DB4DAE48E6}" type="presParOf" srcId="{0BCF5283-C5E4-4693-8A1C-2EEC17A2B552}" destId="{3F813F8E-FB93-4E54-9F0C-6B4C7D4B8FB9}" srcOrd="1" destOrd="0" presId="urn:microsoft.com/office/officeart/2005/8/layout/orgChart1"/>
    <dgm:cxn modelId="{001FEFB0-00AF-4DFB-9474-17EACB88699F}" type="presParOf" srcId="{3F813F8E-FB93-4E54-9F0C-6B4C7D4B8FB9}" destId="{0AF1124A-A517-4591-BBE5-213FA55C137F}" srcOrd="0" destOrd="0" presId="urn:microsoft.com/office/officeart/2005/8/layout/orgChart1"/>
    <dgm:cxn modelId="{FC58EB4D-AFF1-406D-9A4D-738C1D2A121B}" type="presParOf" srcId="{0AF1124A-A517-4591-BBE5-213FA55C137F}" destId="{BC96FFD2-D653-4557-A25D-6B6B29FB734B}" srcOrd="0" destOrd="0" presId="urn:microsoft.com/office/officeart/2005/8/layout/orgChart1"/>
    <dgm:cxn modelId="{A4F561A5-FA55-42FE-AA7D-07D500C04A18}" type="presParOf" srcId="{0AF1124A-A517-4591-BBE5-213FA55C137F}" destId="{7A83F1FA-7AE4-43F2-881C-D48197E15C71}" srcOrd="1" destOrd="0" presId="urn:microsoft.com/office/officeart/2005/8/layout/orgChart1"/>
    <dgm:cxn modelId="{713DD6CD-2191-4D75-A542-A5B9A6CC02E6}" type="presParOf" srcId="{3F813F8E-FB93-4E54-9F0C-6B4C7D4B8FB9}" destId="{B2BAAE8A-EC4B-4287-9CEA-A86EED9B191B}" srcOrd="1" destOrd="0" presId="urn:microsoft.com/office/officeart/2005/8/layout/orgChart1"/>
    <dgm:cxn modelId="{358B2D60-692A-4176-9DED-3FA2F4776A9F}" type="presParOf" srcId="{B2BAAE8A-EC4B-4287-9CEA-A86EED9B191B}" destId="{AF7B43FE-4E06-4FF4-A71C-508476DABC31}" srcOrd="0" destOrd="0" presId="urn:microsoft.com/office/officeart/2005/8/layout/orgChart1"/>
    <dgm:cxn modelId="{D0C3870D-E4E8-409F-B5B2-8D0AF3DCD873}" type="presParOf" srcId="{B2BAAE8A-EC4B-4287-9CEA-A86EED9B191B}" destId="{60F57CD7-C9C6-46EC-A23B-1A4B3DF57A44}" srcOrd="1" destOrd="0" presId="urn:microsoft.com/office/officeart/2005/8/layout/orgChart1"/>
    <dgm:cxn modelId="{5D047E7E-5C82-4AC6-89DA-081B3303E2DF}" type="presParOf" srcId="{60F57CD7-C9C6-46EC-A23B-1A4B3DF57A44}" destId="{742E86C9-4C21-4A66-A143-AA3A85D6A4DA}" srcOrd="0" destOrd="0" presId="urn:microsoft.com/office/officeart/2005/8/layout/orgChart1"/>
    <dgm:cxn modelId="{5B27D1A4-3800-4122-A1FC-01D7D31442F8}" type="presParOf" srcId="{742E86C9-4C21-4A66-A143-AA3A85D6A4DA}" destId="{C28E1A03-0B26-413D-A2B7-C9F5B7ABF5CA}" srcOrd="0" destOrd="0" presId="urn:microsoft.com/office/officeart/2005/8/layout/orgChart1"/>
    <dgm:cxn modelId="{2E1069DB-A5F0-47D9-8C23-9190906247D8}" type="presParOf" srcId="{742E86C9-4C21-4A66-A143-AA3A85D6A4DA}" destId="{6766FBC6-5DD2-41FC-8E2F-0A8064E0910A}" srcOrd="1" destOrd="0" presId="urn:microsoft.com/office/officeart/2005/8/layout/orgChart1"/>
    <dgm:cxn modelId="{2E0FFB39-1CE4-40DF-B146-F29D703D8D83}" type="presParOf" srcId="{60F57CD7-C9C6-46EC-A23B-1A4B3DF57A44}" destId="{F6B65E2D-5973-487E-B673-1D9A250EC979}" srcOrd="1" destOrd="0" presId="urn:microsoft.com/office/officeart/2005/8/layout/orgChart1"/>
    <dgm:cxn modelId="{4B7B9F60-3FCC-42FC-97D3-C502AA846B4B}" type="presParOf" srcId="{60F57CD7-C9C6-46EC-A23B-1A4B3DF57A44}" destId="{799CDC6E-DB47-41E3-ADC9-52F7F74364D4}" srcOrd="2" destOrd="0" presId="urn:microsoft.com/office/officeart/2005/8/layout/orgChart1"/>
    <dgm:cxn modelId="{EAB53309-10CD-4CE9-B76A-BF8E13C57CF3}" type="presParOf" srcId="{B2BAAE8A-EC4B-4287-9CEA-A86EED9B191B}" destId="{4425C75A-3D78-4BF6-ADF2-6AF80D8EEC38}" srcOrd="2" destOrd="0" presId="urn:microsoft.com/office/officeart/2005/8/layout/orgChart1"/>
    <dgm:cxn modelId="{73DF87DC-35EE-45DE-8191-CCAF7A5EC76D}" type="presParOf" srcId="{B2BAAE8A-EC4B-4287-9CEA-A86EED9B191B}" destId="{9E1BECD4-31C0-41A7-A56C-8B43EB4A14D7}" srcOrd="3" destOrd="0" presId="urn:microsoft.com/office/officeart/2005/8/layout/orgChart1"/>
    <dgm:cxn modelId="{5D90E8CF-099F-40E1-8775-5DEB4BE8A5CB}" type="presParOf" srcId="{9E1BECD4-31C0-41A7-A56C-8B43EB4A14D7}" destId="{E5485E20-CCBD-472C-84AB-8D00FF16A0A8}" srcOrd="0" destOrd="0" presId="urn:microsoft.com/office/officeart/2005/8/layout/orgChart1"/>
    <dgm:cxn modelId="{3DE3C55A-758F-4FCD-86A5-F87F110518C7}" type="presParOf" srcId="{E5485E20-CCBD-472C-84AB-8D00FF16A0A8}" destId="{B3591140-851A-4245-8047-0739084F610D}" srcOrd="0" destOrd="0" presId="urn:microsoft.com/office/officeart/2005/8/layout/orgChart1"/>
    <dgm:cxn modelId="{FE589E52-0786-414F-A916-23DF6F2D2CB1}" type="presParOf" srcId="{E5485E20-CCBD-472C-84AB-8D00FF16A0A8}" destId="{8AAD002A-C92A-4A06-9AA2-B549275E595F}" srcOrd="1" destOrd="0" presId="urn:microsoft.com/office/officeart/2005/8/layout/orgChart1"/>
    <dgm:cxn modelId="{CC023318-A590-41FA-9FA1-4718E00C2CA2}" type="presParOf" srcId="{9E1BECD4-31C0-41A7-A56C-8B43EB4A14D7}" destId="{CC3BE619-4C63-4A23-AB80-B9E26BA1BBC2}" srcOrd="1" destOrd="0" presId="urn:microsoft.com/office/officeart/2005/8/layout/orgChart1"/>
    <dgm:cxn modelId="{66B30AB3-34F1-4605-B122-24DC160328C6}" type="presParOf" srcId="{CC3BE619-4C63-4A23-AB80-B9E26BA1BBC2}" destId="{30AC7F5C-041A-4062-A27E-E3DD49A0569C}" srcOrd="0" destOrd="0" presId="urn:microsoft.com/office/officeart/2005/8/layout/orgChart1"/>
    <dgm:cxn modelId="{34ACB1D1-82E6-46CB-9859-90C2958BAF97}" type="presParOf" srcId="{CC3BE619-4C63-4A23-AB80-B9E26BA1BBC2}" destId="{99443272-9FFB-4DDD-8352-607A143159D1}" srcOrd="1" destOrd="0" presId="urn:microsoft.com/office/officeart/2005/8/layout/orgChart1"/>
    <dgm:cxn modelId="{3598F70C-1826-4D33-A66A-C3D732519989}" type="presParOf" srcId="{99443272-9FFB-4DDD-8352-607A143159D1}" destId="{807361F4-E838-4225-B1D6-209599AEF8A8}" srcOrd="0" destOrd="0" presId="urn:microsoft.com/office/officeart/2005/8/layout/orgChart1"/>
    <dgm:cxn modelId="{9B6F3B8C-8C92-44A3-B966-B0C6758EB378}" type="presParOf" srcId="{807361F4-E838-4225-B1D6-209599AEF8A8}" destId="{1BA6180D-4D1C-4035-B32F-F27C81B88C0C}" srcOrd="0" destOrd="0" presId="urn:microsoft.com/office/officeart/2005/8/layout/orgChart1"/>
    <dgm:cxn modelId="{8C320723-A0AA-40DB-BD6B-85C3F781CB41}" type="presParOf" srcId="{807361F4-E838-4225-B1D6-209599AEF8A8}" destId="{EDD202BD-3D36-4B5A-8EB0-20AB1275FA74}" srcOrd="1" destOrd="0" presId="urn:microsoft.com/office/officeart/2005/8/layout/orgChart1"/>
    <dgm:cxn modelId="{30E4174A-210C-4095-8D3F-AD77C207155C}" type="presParOf" srcId="{99443272-9FFB-4DDD-8352-607A143159D1}" destId="{423EE6E8-9EE1-4F64-A6A4-642F76AE69BC}" srcOrd="1" destOrd="0" presId="urn:microsoft.com/office/officeart/2005/8/layout/orgChart1"/>
    <dgm:cxn modelId="{9DC716C1-49F3-46A0-9B73-0BF104B236C5}" type="presParOf" srcId="{99443272-9FFB-4DDD-8352-607A143159D1}" destId="{C25AB805-61EE-4E1E-83F3-9852900427CA}" srcOrd="2" destOrd="0" presId="urn:microsoft.com/office/officeart/2005/8/layout/orgChart1"/>
    <dgm:cxn modelId="{F9CD736B-8841-4534-B0A1-010C7FA34268}" type="presParOf" srcId="{CC3BE619-4C63-4A23-AB80-B9E26BA1BBC2}" destId="{4314AF83-DA9F-4261-B432-357C2D898E12}" srcOrd="2" destOrd="0" presId="urn:microsoft.com/office/officeart/2005/8/layout/orgChart1"/>
    <dgm:cxn modelId="{CCFE2E8B-13ED-46BC-AD56-20C14409F9A5}" type="presParOf" srcId="{CC3BE619-4C63-4A23-AB80-B9E26BA1BBC2}" destId="{27244AB9-A801-4EC6-8195-99846D1E8C54}" srcOrd="3" destOrd="0" presId="urn:microsoft.com/office/officeart/2005/8/layout/orgChart1"/>
    <dgm:cxn modelId="{2EA18910-6D7B-40DA-BC3C-3C69E57B9BBB}" type="presParOf" srcId="{27244AB9-A801-4EC6-8195-99846D1E8C54}" destId="{5FD4A847-8800-4561-8576-1DDC093FFA64}" srcOrd="0" destOrd="0" presId="urn:microsoft.com/office/officeart/2005/8/layout/orgChart1"/>
    <dgm:cxn modelId="{BAFC8326-FAFD-4C42-B8AC-1F7D9870111D}" type="presParOf" srcId="{5FD4A847-8800-4561-8576-1DDC093FFA64}" destId="{527EB5DC-0A5F-4AB6-9DE6-A35B570AC4C3}" srcOrd="0" destOrd="0" presId="urn:microsoft.com/office/officeart/2005/8/layout/orgChart1"/>
    <dgm:cxn modelId="{FA553740-116B-4770-8A50-AA8F8886A0ED}" type="presParOf" srcId="{5FD4A847-8800-4561-8576-1DDC093FFA64}" destId="{4125E3AD-7669-4FB3-BB9E-4159770B756C}" srcOrd="1" destOrd="0" presId="urn:microsoft.com/office/officeart/2005/8/layout/orgChart1"/>
    <dgm:cxn modelId="{C2819C6D-06F2-485A-8B77-9442C0149E21}" type="presParOf" srcId="{27244AB9-A801-4EC6-8195-99846D1E8C54}" destId="{DBF324D0-7030-4CD5-89E5-AEC0E3BBBA65}" srcOrd="1" destOrd="0" presId="urn:microsoft.com/office/officeart/2005/8/layout/orgChart1"/>
    <dgm:cxn modelId="{635519A7-5355-44C2-9469-EB743E4503DD}" type="presParOf" srcId="{27244AB9-A801-4EC6-8195-99846D1E8C54}" destId="{4834D67C-BDAA-46B5-A510-7F97ADFF2FF7}" srcOrd="2" destOrd="0" presId="urn:microsoft.com/office/officeart/2005/8/layout/orgChart1"/>
    <dgm:cxn modelId="{7F34AF05-19D6-4625-9A97-E81982C08A60}" type="presParOf" srcId="{9E1BECD4-31C0-41A7-A56C-8B43EB4A14D7}" destId="{8736F242-42FF-4932-A067-F76B6C9E4418}" srcOrd="2" destOrd="0" presId="urn:microsoft.com/office/officeart/2005/8/layout/orgChart1"/>
    <dgm:cxn modelId="{2997653C-30EB-4B5C-A5F8-F8D2D5735E81}" type="presParOf" srcId="{3F813F8E-FB93-4E54-9F0C-6B4C7D4B8FB9}" destId="{C3E8B625-7D80-4A71-A048-B131D2373C35}" srcOrd="2" destOrd="0" presId="urn:microsoft.com/office/officeart/2005/8/layout/orgChart1"/>
    <dgm:cxn modelId="{8887E76F-C82F-4222-B24A-3986CF89FCB4}" type="presParOf" srcId="{0BCF5283-C5E4-4693-8A1C-2EEC17A2B552}" destId="{BD96C38C-3171-4E2B-BA5E-91FA0F8F0690}" srcOrd="2" destOrd="0" presId="urn:microsoft.com/office/officeart/2005/8/layout/orgChart1"/>
    <dgm:cxn modelId="{8B6AC0AB-0B39-4EA2-B9A4-DA0454D6CDDE}" type="presParOf" srcId="{0BCF5283-C5E4-4693-8A1C-2EEC17A2B552}" destId="{4F4CDC77-794D-45BD-9F36-A0E8763BFE71}" srcOrd="3" destOrd="0" presId="urn:microsoft.com/office/officeart/2005/8/layout/orgChart1"/>
    <dgm:cxn modelId="{DA65FA91-AEBD-47D4-86A4-AA029C10E823}" type="presParOf" srcId="{4F4CDC77-794D-45BD-9F36-A0E8763BFE71}" destId="{CD817C1B-5E68-40AF-BFDA-854A2F600C91}" srcOrd="0" destOrd="0" presId="urn:microsoft.com/office/officeart/2005/8/layout/orgChart1"/>
    <dgm:cxn modelId="{59860E53-1E20-49AF-B33D-B69770C66B05}" type="presParOf" srcId="{CD817C1B-5E68-40AF-BFDA-854A2F600C91}" destId="{FCD27D05-907F-498F-8647-8627EB611724}" srcOrd="0" destOrd="0" presId="urn:microsoft.com/office/officeart/2005/8/layout/orgChart1"/>
    <dgm:cxn modelId="{B5375333-FEE6-4717-8AFD-F309A392C535}" type="presParOf" srcId="{CD817C1B-5E68-40AF-BFDA-854A2F600C91}" destId="{B986B3FA-120C-4D49-8711-50C3DB8772C6}" srcOrd="1" destOrd="0" presId="urn:microsoft.com/office/officeart/2005/8/layout/orgChart1"/>
    <dgm:cxn modelId="{7277F559-6F4B-494E-B607-2D127F784A81}" type="presParOf" srcId="{4F4CDC77-794D-45BD-9F36-A0E8763BFE71}" destId="{07DCC18B-BDB4-4FC1-AD0D-4F6CB88B92C2}" srcOrd="1" destOrd="0" presId="urn:microsoft.com/office/officeart/2005/8/layout/orgChart1"/>
    <dgm:cxn modelId="{02F061BA-83F2-4B89-9D40-4DBEB448B2B1}" type="presParOf" srcId="{07DCC18B-BDB4-4FC1-AD0D-4F6CB88B92C2}" destId="{C5865521-F364-45CA-B50F-25CF9C2E315B}" srcOrd="0" destOrd="0" presId="urn:microsoft.com/office/officeart/2005/8/layout/orgChart1"/>
    <dgm:cxn modelId="{5B356484-6F0A-4FDB-92C5-160B559FA02B}" type="presParOf" srcId="{07DCC18B-BDB4-4FC1-AD0D-4F6CB88B92C2}" destId="{D6493B43-3FB9-47CA-BA42-AB08EEFB89B1}" srcOrd="1" destOrd="0" presId="urn:microsoft.com/office/officeart/2005/8/layout/orgChart1"/>
    <dgm:cxn modelId="{A8436959-3794-4041-8C1E-158A81611DC0}" type="presParOf" srcId="{D6493B43-3FB9-47CA-BA42-AB08EEFB89B1}" destId="{1624860F-03EB-4938-8636-F759FC162A82}" srcOrd="0" destOrd="0" presId="urn:microsoft.com/office/officeart/2005/8/layout/orgChart1"/>
    <dgm:cxn modelId="{38AFCF3A-EC00-44CC-AFB1-E00C14E39A2A}" type="presParOf" srcId="{1624860F-03EB-4938-8636-F759FC162A82}" destId="{A0D74BA0-8043-4424-94FF-3A2ACAC8977D}" srcOrd="0" destOrd="0" presId="urn:microsoft.com/office/officeart/2005/8/layout/orgChart1"/>
    <dgm:cxn modelId="{320890F3-2AB6-42E8-A887-1C80DF728557}" type="presParOf" srcId="{1624860F-03EB-4938-8636-F759FC162A82}" destId="{96269BDD-679D-41A8-9766-11194BEF53EE}" srcOrd="1" destOrd="0" presId="urn:microsoft.com/office/officeart/2005/8/layout/orgChart1"/>
    <dgm:cxn modelId="{E2942111-49CD-4390-B4BC-70EFCDB02C3C}" type="presParOf" srcId="{D6493B43-3FB9-47CA-BA42-AB08EEFB89B1}" destId="{CD42EF22-2F2D-4869-B63C-71453500FE29}" srcOrd="1" destOrd="0" presId="urn:microsoft.com/office/officeart/2005/8/layout/orgChart1"/>
    <dgm:cxn modelId="{1E987414-6042-4AB5-AD41-E235F4623A16}" type="presParOf" srcId="{D6493B43-3FB9-47CA-BA42-AB08EEFB89B1}" destId="{BC5A0FA2-5724-40D3-82F2-4E34826CD809}" srcOrd="2" destOrd="0" presId="urn:microsoft.com/office/officeart/2005/8/layout/orgChart1"/>
    <dgm:cxn modelId="{0F9183C1-61E0-4467-AC6F-3E32BC33AADD}" type="presParOf" srcId="{4F4CDC77-794D-45BD-9F36-A0E8763BFE71}" destId="{03A58FFA-2BC7-4E64-B8FA-1D8F28E08280}" srcOrd="2" destOrd="0" presId="urn:microsoft.com/office/officeart/2005/8/layout/orgChart1"/>
    <dgm:cxn modelId="{116BEF5F-FEDA-4898-9CF0-871DFEC600F7}" type="presParOf" srcId="{EC86D19E-4A54-4BE0-B31C-FD9DBD674D6B}" destId="{53BBB12F-BB72-407E-8876-66CE10CD9A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81F668-6660-4338-9505-5710F9B5CC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D2125D0D-BBDE-4EA8-AC21-E2D902D0DC61}">
      <dgm:prSet phldrT="[Text]" custT="1"/>
      <dgm:spPr/>
      <dgm:t>
        <a:bodyPr/>
        <a:lstStyle/>
        <a:p>
          <a:r>
            <a:rPr lang="en-US" sz="2000" dirty="0">
              <a:solidFill>
                <a:schemeClr val="tx1">
                  <a:lumMod val="50000"/>
                  <a:lumOff val="50000"/>
                </a:schemeClr>
              </a:solidFill>
              <a:latin typeface="Quadraat" panose="02000503060000090004" pitchFamily="2" charset="0"/>
            </a:rPr>
            <a:t>Nonocclusive mesenteric ischemia</a:t>
          </a:r>
        </a:p>
      </dgm:t>
    </dgm:pt>
    <dgm:pt modelId="{DA162F44-C34E-4993-A1CB-4AB59754798C}" type="parTrans" cxnId="{AEC56616-6C85-45FC-B5FF-063C05D7D411}">
      <dgm:prSet/>
      <dgm:spPr/>
      <dgm:t>
        <a:bodyPr/>
        <a:lstStyle/>
        <a:p>
          <a:endParaRPr lang="en-US" sz="2000">
            <a:solidFill>
              <a:schemeClr val="tx1">
                <a:lumMod val="50000"/>
                <a:lumOff val="50000"/>
              </a:schemeClr>
            </a:solidFill>
          </a:endParaRPr>
        </a:p>
      </dgm:t>
    </dgm:pt>
    <dgm:pt modelId="{A05480AD-4211-4BA8-853B-0A730544C77B}" type="sibTrans" cxnId="{AEC56616-6C85-45FC-B5FF-063C05D7D411}">
      <dgm:prSet/>
      <dgm:spPr/>
      <dgm:t>
        <a:bodyPr/>
        <a:lstStyle/>
        <a:p>
          <a:endParaRPr lang="en-US" sz="2000"/>
        </a:p>
      </dgm:t>
    </dgm:pt>
    <dgm:pt modelId="{D123ED3D-5979-484B-94FF-C241CA3644AA}">
      <dgm:prSet phldrT="[Text]" custT="1"/>
      <dgm:spPr/>
      <dgm:t>
        <a:bodyPr/>
        <a:lstStyle/>
        <a:p>
          <a:r>
            <a:rPr lang="en-US" sz="2000" dirty="0">
              <a:solidFill>
                <a:schemeClr val="tx1">
                  <a:lumMod val="50000"/>
                  <a:lumOff val="50000"/>
                </a:schemeClr>
              </a:solidFill>
              <a:latin typeface="Quadraat" panose="02000503060000090004" pitchFamily="2" charset="0"/>
            </a:rPr>
            <a:t>Occlusive mesenteric ischemia</a:t>
          </a:r>
        </a:p>
      </dgm:t>
    </dgm:pt>
    <dgm:pt modelId="{5B91458A-5055-428C-9C95-CCF0627C00E3}" type="parTrans" cxnId="{FE310C92-10DF-4873-A597-3231E8560DED}">
      <dgm:prSet/>
      <dgm:spPr/>
      <dgm:t>
        <a:bodyPr/>
        <a:lstStyle/>
        <a:p>
          <a:endParaRPr lang="en-US" sz="2000">
            <a:solidFill>
              <a:schemeClr val="tx1">
                <a:lumMod val="50000"/>
                <a:lumOff val="50000"/>
              </a:schemeClr>
            </a:solidFill>
          </a:endParaRPr>
        </a:p>
      </dgm:t>
    </dgm:pt>
    <dgm:pt modelId="{80EBEE81-F8B1-4381-8142-0A8560B57378}" type="sibTrans" cxnId="{FE310C92-10DF-4873-A597-3231E8560DED}">
      <dgm:prSet/>
      <dgm:spPr/>
      <dgm:t>
        <a:bodyPr/>
        <a:lstStyle/>
        <a:p>
          <a:endParaRPr lang="en-US" sz="2000"/>
        </a:p>
      </dgm:t>
    </dgm:pt>
    <dgm:pt modelId="{3AC42360-9558-4728-84D3-1958DB7D6435}">
      <dgm:prSet phldrT="[Text]" custT="1"/>
      <dgm:spPr>
        <a:solidFill>
          <a:srgbClr val="FFFF00"/>
        </a:solidFill>
      </dgm:spPr>
      <dgm:t>
        <a:bodyPr/>
        <a:lstStyle/>
        <a:p>
          <a:r>
            <a:rPr lang="en-US" sz="2000" b="1" dirty="0">
              <a:solidFill>
                <a:schemeClr val="tx1"/>
              </a:solidFill>
              <a:latin typeface="Quadraat" panose="02000503060000090004" pitchFamily="2" charset="0"/>
            </a:rPr>
            <a:t>Mesenteric arterial embolism</a:t>
          </a:r>
        </a:p>
      </dgm:t>
    </dgm:pt>
    <dgm:pt modelId="{462C937D-C5D2-46D4-B994-44BB2D6789E6}" type="parTrans" cxnId="{76EF4EA1-22B4-40D8-A067-9C0F095098AB}">
      <dgm:prSet/>
      <dgm:spPr/>
      <dgm:t>
        <a:bodyPr/>
        <a:lstStyle/>
        <a:p>
          <a:endParaRPr lang="en-US" sz="2000">
            <a:solidFill>
              <a:schemeClr val="tx1">
                <a:lumMod val="50000"/>
                <a:lumOff val="50000"/>
              </a:schemeClr>
            </a:solidFill>
          </a:endParaRPr>
        </a:p>
      </dgm:t>
    </dgm:pt>
    <dgm:pt modelId="{DCC125C0-C382-4011-8C45-3F5C0783B37E}" type="sibTrans" cxnId="{76EF4EA1-22B4-40D8-A067-9C0F095098AB}">
      <dgm:prSet/>
      <dgm:spPr/>
      <dgm:t>
        <a:bodyPr/>
        <a:lstStyle/>
        <a:p>
          <a:endParaRPr lang="en-US" sz="2000"/>
        </a:p>
      </dgm:t>
    </dgm:pt>
    <dgm:pt modelId="{CE9FD2A6-8ABE-40AD-8785-33F4EC8B6B27}">
      <dgm:prSet phldrT="[Text]" custT="1"/>
      <dgm:spPr/>
      <dgm:t>
        <a:bodyPr/>
        <a:lstStyle/>
        <a:p>
          <a:r>
            <a:rPr lang="en-US" sz="2000" dirty="0">
              <a:solidFill>
                <a:schemeClr val="tx1">
                  <a:lumMod val="50000"/>
                  <a:lumOff val="50000"/>
                </a:schemeClr>
              </a:solidFill>
              <a:latin typeface="Quadraat" panose="02000503060000090004" pitchFamily="2" charset="0"/>
            </a:rPr>
            <a:t>Acute mesenteric arterial thrombosis</a:t>
          </a:r>
        </a:p>
      </dgm:t>
    </dgm:pt>
    <dgm:pt modelId="{22B36BA0-808B-4B05-BF81-360F912A143D}" type="parTrans" cxnId="{A9237A95-F6C6-4698-99C6-EADFDF9635FD}">
      <dgm:prSet/>
      <dgm:spPr/>
      <dgm:t>
        <a:bodyPr/>
        <a:lstStyle/>
        <a:p>
          <a:endParaRPr lang="en-US" sz="2000">
            <a:solidFill>
              <a:schemeClr val="tx1">
                <a:lumMod val="50000"/>
                <a:lumOff val="50000"/>
              </a:schemeClr>
            </a:solidFill>
          </a:endParaRPr>
        </a:p>
      </dgm:t>
    </dgm:pt>
    <dgm:pt modelId="{DD052032-10F9-45D0-A178-2B60F51F2992}" type="sibTrans" cxnId="{A9237A95-F6C6-4698-99C6-EADFDF9635FD}">
      <dgm:prSet/>
      <dgm:spPr/>
      <dgm:t>
        <a:bodyPr/>
        <a:lstStyle/>
        <a:p>
          <a:endParaRPr lang="en-US" sz="2000"/>
        </a:p>
      </dgm:t>
    </dgm:pt>
    <dgm:pt modelId="{ED1B45D4-73D5-49ED-8C1A-5014A6F25850}">
      <dgm:prSet phldrT="[Text]" custT="1"/>
      <dgm:spPr/>
      <dgm:t>
        <a:bodyPr/>
        <a:lstStyle/>
        <a:p>
          <a:r>
            <a:rPr lang="en-US" sz="2000" dirty="0">
              <a:solidFill>
                <a:schemeClr val="tx1">
                  <a:lumMod val="50000"/>
                  <a:lumOff val="50000"/>
                </a:schemeClr>
              </a:solidFill>
              <a:latin typeface="Quadraat" panose="02000503060000090004" pitchFamily="2" charset="0"/>
            </a:rPr>
            <a:t>Mesenteric venous thrombosis</a:t>
          </a:r>
        </a:p>
      </dgm:t>
    </dgm:pt>
    <dgm:pt modelId="{54D199C9-E51E-4C6F-A6A7-796A5E01B8FE}" type="parTrans" cxnId="{EE949534-B424-4B88-BA50-0E1F494DEE35}">
      <dgm:prSet/>
      <dgm:spPr/>
      <dgm:t>
        <a:bodyPr/>
        <a:lstStyle/>
        <a:p>
          <a:endParaRPr lang="en-US" sz="2000">
            <a:solidFill>
              <a:schemeClr val="tx1">
                <a:lumMod val="50000"/>
                <a:lumOff val="50000"/>
              </a:schemeClr>
            </a:solidFill>
          </a:endParaRPr>
        </a:p>
      </dgm:t>
    </dgm:pt>
    <dgm:pt modelId="{04B33DD4-2870-427B-96E1-282293941265}" type="sibTrans" cxnId="{EE949534-B424-4B88-BA50-0E1F494DEE35}">
      <dgm:prSet/>
      <dgm:spPr/>
      <dgm:t>
        <a:bodyPr/>
        <a:lstStyle/>
        <a:p>
          <a:endParaRPr lang="en-US" sz="2000"/>
        </a:p>
      </dgm:t>
    </dgm:pt>
    <dgm:pt modelId="{70C046A8-5AEF-459C-8125-A0D3DC620D9D}">
      <dgm:prSet phldrT="[Text]" custT="1"/>
      <dgm:spPr/>
      <dgm:t>
        <a:bodyPr/>
        <a:lstStyle/>
        <a:p>
          <a:r>
            <a:rPr lang="en-US" sz="2800" dirty="0">
              <a:solidFill>
                <a:schemeClr val="tx1">
                  <a:lumMod val="50000"/>
                  <a:lumOff val="50000"/>
                </a:schemeClr>
              </a:solidFill>
              <a:latin typeface="Quadraat" panose="02000503060000090004" pitchFamily="2" charset="0"/>
            </a:rPr>
            <a:t>Venous</a:t>
          </a:r>
        </a:p>
      </dgm:t>
    </dgm:pt>
    <dgm:pt modelId="{C1FEBA00-8C48-4B95-B5FD-5582EE309891}" type="parTrans" cxnId="{410F8A6B-B524-4A58-AD74-F1E10EBB9D07}">
      <dgm:prSet/>
      <dgm:spPr/>
      <dgm:t>
        <a:bodyPr/>
        <a:lstStyle/>
        <a:p>
          <a:endParaRPr lang="en-US" sz="2000">
            <a:solidFill>
              <a:schemeClr val="tx1">
                <a:lumMod val="50000"/>
                <a:lumOff val="50000"/>
              </a:schemeClr>
            </a:solidFill>
          </a:endParaRPr>
        </a:p>
      </dgm:t>
    </dgm:pt>
    <dgm:pt modelId="{B771835E-8743-466F-B136-64771065C019}" type="sibTrans" cxnId="{410F8A6B-B524-4A58-AD74-F1E10EBB9D07}">
      <dgm:prSet/>
      <dgm:spPr/>
      <dgm:t>
        <a:bodyPr/>
        <a:lstStyle/>
        <a:p>
          <a:endParaRPr lang="en-US" sz="2000"/>
        </a:p>
      </dgm:t>
    </dgm:pt>
    <dgm:pt modelId="{560B1A24-A1DB-4EC5-B956-D151C5E0F7F5}">
      <dgm:prSet phldrT="[Text]" custT="1"/>
      <dgm:spPr/>
      <dgm:t>
        <a:bodyPr/>
        <a:lstStyle/>
        <a:p>
          <a:r>
            <a:rPr lang="en-US" sz="2800" dirty="0">
              <a:solidFill>
                <a:schemeClr val="tx1">
                  <a:lumMod val="50000"/>
                  <a:lumOff val="50000"/>
                </a:schemeClr>
              </a:solidFill>
              <a:latin typeface="Quadraat" panose="02000503060000090004" pitchFamily="2" charset="0"/>
            </a:rPr>
            <a:t>Arterial</a:t>
          </a:r>
        </a:p>
      </dgm:t>
    </dgm:pt>
    <dgm:pt modelId="{D1C14221-E95A-427E-9464-952D0E58B005}" type="parTrans" cxnId="{C7D473C4-1E9A-475A-9B1E-05B16EE845B5}">
      <dgm:prSet/>
      <dgm:spPr/>
      <dgm:t>
        <a:bodyPr/>
        <a:lstStyle/>
        <a:p>
          <a:endParaRPr lang="en-US" sz="2000">
            <a:solidFill>
              <a:schemeClr val="tx1">
                <a:lumMod val="50000"/>
                <a:lumOff val="50000"/>
              </a:schemeClr>
            </a:solidFill>
          </a:endParaRPr>
        </a:p>
      </dgm:t>
    </dgm:pt>
    <dgm:pt modelId="{17D9A1A5-2C29-4A2C-A3A2-A24AB795D56B}" type="sibTrans" cxnId="{C7D473C4-1E9A-475A-9B1E-05B16EE845B5}">
      <dgm:prSet/>
      <dgm:spPr/>
      <dgm:t>
        <a:bodyPr/>
        <a:lstStyle/>
        <a:p>
          <a:endParaRPr lang="en-US" sz="2000"/>
        </a:p>
      </dgm:t>
    </dgm:pt>
    <dgm:pt modelId="{DCDA280F-5739-4D7E-9333-CBE07BAAAEC6}">
      <dgm:prSet phldrT="[Text]" custT="1"/>
      <dgm:spPr/>
      <dgm:t>
        <a:bodyPr/>
        <a:lstStyle/>
        <a:p>
          <a:r>
            <a:rPr lang="en-US" sz="2800" b="1" dirty="0">
              <a:solidFill>
                <a:schemeClr val="tx1">
                  <a:lumMod val="50000"/>
                  <a:lumOff val="50000"/>
                </a:schemeClr>
              </a:solidFill>
              <a:latin typeface="Quadraat" panose="02000503060000090004" pitchFamily="2" charset="0"/>
            </a:rPr>
            <a:t>Acute mesenteric ischemia</a:t>
          </a:r>
        </a:p>
      </dgm:t>
    </dgm:pt>
    <dgm:pt modelId="{DDBA8420-048C-4E8C-879F-2ABC9DEA079E}" type="parTrans" cxnId="{5F47941E-DF9A-44AF-A6FD-CACDE80E2884}">
      <dgm:prSet/>
      <dgm:spPr/>
      <dgm:t>
        <a:bodyPr/>
        <a:lstStyle/>
        <a:p>
          <a:endParaRPr lang="en-US" sz="2000"/>
        </a:p>
      </dgm:t>
    </dgm:pt>
    <dgm:pt modelId="{3FBF4EEB-9B0E-4DD6-B1BC-5838EBBB7622}" type="sibTrans" cxnId="{5F47941E-DF9A-44AF-A6FD-CACDE80E2884}">
      <dgm:prSet/>
      <dgm:spPr/>
      <dgm:t>
        <a:bodyPr/>
        <a:lstStyle/>
        <a:p>
          <a:endParaRPr lang="en-US" sz="2000"/>
        </a:p>
      </dgm:t>
    </dgm:pt>
    <dgm:pt modelId="{EDCA3726-F3FF-4047-BEF4-2300B583B06E}" type="pres">
      <dgm:prSet presAssocID="{DA81F668-6660-4338-9505-5710F9B5CCB3}" presName="hierChild1" presStyleCnt="0">
        <dgm:presLayoutVars>
          <dgm:orgChart val="1"/>
          <dgm:chPref val="1"/>
          <dgm:dir/>
          <dgm:animOne val="branch"/>
          <dgm:animLvl val="lvl"/>
          <dgm:resizeHandles/>
        </dgm:presLayoutVars>
      </dgm:prSet>
      <dgm:spPr/>
    </dgm:pt>
    <dgm:pt modelId="{EC86D19E-4A54-4BE0-B31C-FD9DBD674D6B}" type="pres">
      <dgm:prSet presAssocID="{DCDA280F-5739-4D7E-9333-CBE07BAAAEC6}" presName="hierRoot1" presStyleCnt="0">
        <dgm:presLayoutVars>
          <dgm:hierBranch val="init"/>
        </dgm:presLayoutVars>
      </dgm:prSet>
      <dgm:spPr/>
    </dgm:pt>
    <dgm:pt modelId="{0699E517-654B-4ECC-B198-7AC048AE96C5}" type="pres">
      <dgm:prSet presAssocID="{DCDA280F-5739-4D7E-9333-CBE07BAAAEC6}" presName="rootComposite1" presStyleCnt="0"/>
      <dgm:spPr/>
    </dgm:pt>
    <dgm:pt modelId="{6E51110B-1B48-48A2-B622-2A0797450A08}" type="pres">
      <dgm:prSet presAssocID="{DCDA280F-5739-4D7E-9333-CBE07BAAAEC6}" presName="rootText1" presStyleLbl="node0" presStyleIdx="0" presStyleCnt="1" custScaleX="241902">
        <dgm:presLayoutVars>
          <dgm:chPref val="3"/>
        </dgm:presLayoutVars>
      </dgm:prSet>
      <dgm:spPr/>
    </dgm:pt>
    <dgm:pt modelId="{71968905-1FBA-4D49-B481-92F1D10EA11A}" type="pres">
      <dgm:prSet presAssocID="{DCDA280F-5739-4D7E-9333-CBE07BAAAEC6}" presName="rootConnector1" presStyleLbl="node1" presStyleIdx="0" presStyleCnt="0"/>
      <dgm:spPr/>
    </dgm:pt>
    <dgm:pt modelId="{0BCF5283-C5E4-4693-8A1C-2EEC17A2B552}" type="pres">
      <dgm:prSet presAssocID="{DCDA280F-5739-4D7E-9333-CBE07BAAAEC6}" presName="hierChild2" presStyleCnt="0"/>
      <dgm:spPr/>
    </dgm:pt>
    <dgm:pt modelId="{27E5BCD8-D5D9-4EBB-B5C0-A1AE3C76A3CE}" type="pres">
      <dgm:prSet presAssocID="{D1C14221-E95A-427E-9464-952D0E58B005}" presName="Name37" presStyleLbl="parChTrans1D2" presStyleIdx="0" presStyleCnt="2"/>
      <dgm:spPr/>
    </dgm:pt>
    <dgm:pt modelId="{3F813F8E-FB93-4E54-9F0C-6B4C7D4B8FB9}" type="pres">
      <dgm:prSet presAssocID="{560B1A24-A1DB-4EC5-B956-D151C5E0F7F5}" presName="hierRoot2" presStyleCnt="0">
        <dgm:presLayoutVars>
          <dgm:hierBranch val="init"/>
        </dgm:presLayoutVars>
      </dgm:prSet>
      <dgm:spPr/>
    </dgm:pt>
    <dgm:pt modelId="{0AF1124A-A517-4591-BBE5-213FA55C137F}" type="pres">
      <dgm:prSet presAssocID="{560B1A24-A1DB-4EC5-B956-D151C5E0F7F5}" presName="rootComposite" presStyleCnt="0"/>
      <dgm:spPr/>
    </dgm:pt>
    <dgm:pt modelId="{BC96FFD2-D653-4557-A25D-6B6B29FB734B}" type="pres">
      <dgm:prSet presAssocID="{560B1A24-A1DB-4EC5-B956-D151C5E0F7F5}" presName="rootText" presStyleLbl="node2" presStyleIdx="0" presStyleCnt="2">
        <dgm:presLayoutVars>
          <dgm:chPref val="3"/>
        </dgm:presLayoutVars>
      </dgm:prSet>
      <dgm:spPr/>
    </dgm:pt>
    <dgm:pt modelId="{7A83F1FA-7AE4-43F2-881C-D48197E15C71}" type="pres">
      <dgm:prSet presAssocID="{560B1A24-A1DB-4EC5-B956-D151C5E0F7F5}" presName="rootConnector" presStyleLbl="node2" presStyleIdx="0" presStyleCnt="2"/>
      <dgm:spPr/>
    </dgm:pt>
    <dgm:pt modelId="{B2BAAE8A-EC4B-4287-9CEA-A86EED9B191B}" type="pres">
      <dgm:prSet presAssocID="{560B1A24-A1DB-4EC5-B956-D151C5E0F7F5}" presName="hierChild4" presStyleCnt="0"/>
      <dgm:spPr/>
    </dgm:pt>
    <dgm:pt modelId="{AF7B43FE-4E06-4FF4-A71C-508476DABC31}" type="pres">
      <dgm:prSet presAssocID="{DA162F44-C34E-4993-A1CB-4AB59754798C}" presName="Name37" presStyleLbl="parChTrans1D3" presStyleIdx="0" presStyleCnt="3"/>
      <dgm:spPr/>
    </dgm:pt>
    <dgm:pt modelId="{60F57CD7-C9C6-46EC-A23B-1A4B3DF57A44}" type="pres">
      <dgm:prSet presAssocID="{D2125D0D-BBDE-4EA8-AC21-E2D902D0DC61}" presName="hierRoot2" presStyleCnt="0">
        <dgm:presLayoutVars>
          <dgm:hierBranch val="init"/>
        </dgm:presLayoutVars>
      </dgm:prSet>
      <dgm:spPr/>
    </dgm:pt>
    <dgm:pt modelId="{742E86C9-4C21-4A66-A143-AA3A85D6A4DA}" type="pres">
      <dgm:prSet presAssocID="{D2125D0D-BBDE-4EA8-AC21-E2D902D0DC61}" presName="rootComposite" presStyleCnt="0"/>
      <dgm:spPr/>
    </dgm:pt>
    <dgm:pt modelId="{C28E1A03-0B26-413D-A2B7-C9F5B7ABF5CA}" type="pres">
      <dgm:prSet presAssocID="{D2125D0D-BBDE-4EA8-AC21-E2D902D0DC61}" presName="rootText" presStyleLbl="node3" presStyleIdx="0" presStyleCnt="3">
        <dgm:presLayoutVars>
          <dgm:chPref val="3"/>
        </dgm:presLayoutVars>
      </dgm:prSet>
      <dgm:spPr/>
    </dgm:pt>
    <dgm:pt modelId="{6766FBC6-5DD2-41FC-8E2F-0A8064E0910A}" type="pres">
      <dgm:prSet presAssocID="{D2125D0D-BBDE-4EA8-AC21-E2D902D0DC61}" presName="rootConnector" presStyleLbl="node3" presStyleIdx="0" presStyleCnt="3"/>
      <dgm:spPr/>
    </dgm:pt>
    <dgm:pt modelId="{F6B65E2D-5973-487E-B673-1D9A250EC979}" type="pres">
      <dgm:prSet presAssocID="{D2125D0D-BBDE-4EA8-AC21-E2D902D0DC61}" presName="hierChild4" presStyleCnt="0"/>
      <dgm:spPr/>
    </dgm:pt>
    <dgm:pt modelId="{799CDC6E-DB47-41E3-ADC9-52F7F74364D4}" type="pres">
      <dgm:prSet presAssocID="{D2125D0D-BBDE-4EA8-AC21-E2D902D0DC61}" presName="hierChild5" presStyleCnt="0"/>
      <dgm:spPr/>
    </dgm:pt>
    <dgm:pt modelId="{4425C75A-3D78-4BF6-ADF2-6AF80D8EEC38}" type="pres">
      <dgm:prSet presAssocID="{5B91458A-5055-428C-9C95-CCF0627C00E3}" presName="Name37" presStyleLbl="parChTrans1D3" presStyleIdx="1" presStyleCnt="3"/>
      <dgm:spPr/>
    </dgm:pt>
    <dgm:pt modelId="{9E1BECD4-31C0-41A7-A56C-8B43EB4A14D7}" type="pres">
      <dgm:prSet presAssocID="{D123ED3D-5979-484B-94FF-C241CA3644AA}" presName="hierRoot2" presStyleCnt="0">
        <dgm:presLayoutVars>
          <dgm:hierBranch val="init"/>
        </dgm:presLayoutVars>
      </dgm:prSet>
      <dgm:spPr/>
    </dgm:pt>
    <dgm:pt modelId="{E5485E20-CCBD-472C-84AB-8D00FF16A0A8}" type="pres">
      <dgm:prSet presAssocID="{D123ED3D-5979-484B-94FF-C241CA3644AA}" presName="rootComposite" presStyleCnt="0"/>
      <dgm:spPr/>
    </dgm:pt>
    <dgm:pt modelId="{B3591140-851A-4245-8047-0739084F610D}" type="pres">
      <dgm:prSet presAssocID="{D123ED3D-5979-484B-94FF-C241CA3644AA}" presName="rootText" presStyleLbl="node3" presStyleIdx="1" presStyleCnt="3">
        <dgm:presLayoutVars>
          <dgm:chPref val="3"/>
        </dgm:presLayoutVars>
      </dgm:prSet>
      <dgm:spPr/>
    </dgm:pt>
    <dgm:pt modelId="{8AAD002A-C92A-4A06-9AA2-B549275E595F}" type="pres">
      <dgm:prSet presAssocID="{D123ED3D-5979-484B-94FF-C241CA3644AA}" presName="rootConnector" presStyleLbl="node3" presStyleIdx="1" presStyleCnt="3"/>
      <dgm:spPr/>
    </dgm:pt>
    <dgm:pt modelId="{CC3BE619-4C63-4A23-AB80-B9E26BA1BBC2}" type="pres">
      <dgm:prSet presAssocID="{D123ED3D-5979-484B-94FF-C241CA3644AA}" presName="hierChild4" presStyleCnt="0"/>
      <dgm:spPr/>
    </dgm:pt>
    <dgm:pt modelId="{30AC7F5C-041A-4062-A27E-E3DD49A0569C}" type="pres">
      <dgm:prSet presAssocID="{462C937D-C5D2-46D4-B994-44BB2D6789E6}" presName="Name37" presStyleLbl="parChTrans1D4" presStyleIdx="0" presStyleCnt="2"/>
      <dgm:spPr/>
    </dgm:pt>
    <dgm:pt modelId="{99443272-9FFB-4DDD-8352-607A143159D1}" type="pres">
      <dgm:prSet presAssocID="{3AC42360-9558-4728-84D3-1958DB7D6435}" presName="hierRoot2" presStyleCnt="0">
        <dgm:presLayoutVars>
          <dgm:hierBranch val="init"/>
        </dgm:presLayoutVars>
      </dgm:prSet>
      <dgm:spPr/>
    </dgm:pt>
    <dgm:pt modelId="{807361F4-E838-4225-B1D6-209599AEF8A8}" type="pres">
      <dgm:prSet presAssocID="{3AC42360-9558-4728-84D3-1958DB7D6435}" presName="rootComposite" presStyleCnt="0"/>
      <dgm:spPr/>
    </dgm:pt>
    <dgm:pt modelId="{1BA6180D-4D1C-4035-B32F-F27C81B88C0C}" type="pres">
      <dgm:prSet presAssocID="{3AC42360-9558-4728-84D3-1958DB7D6435}" presName="rootText" presStyleLbl="node4" presStyleIdx="0" presStyleCnt="2">
        <dgm:presLayoutVars>
          <dgm:chPref val="3"/>
        </dgm:presLayoutVars>
      </dgm:prSet>
      <dgm:spPr/>
    </dgm:pt>
    <dgm:pt modelId="{EDD202BD-3D36-4B5A-8EB0-20AB1275FA74}" type="pres">
      <dgm:prSet presAssocID="{3AC42360-9558-4728-84D3-1958DB7D6435}" presName="rootConnector" presStyleLbl="node4" presStyleIdx="0" presStyleCnt="2"/>
      <dgm:spPr/>
    </dgm:pt>
    <dgm:pt modelId="{423EE6E8-9EE1-4F64-A6A4-642F76AE69BC}" type="pres">
      <dgm:prSet presAssocID="{3AC42360-9558-4728-84D3-1958DB7D6435}" presName="hierChild4" presStyleCnt="0"/>
      <dgm:spPr/>
    </dgm:pt>
    <dgm:pt modelId="{C25AB805-61EE-4E1E-83F3-9852900427CA}" type="pres">
      <dgm:prSet presAssocID="{3AC42360-9558-4728-84D3-1958DB7D6435}" presName="hierChild5" presStyleCnt="0"/>
      <dgm:spPr/>
    </dgm:pt>
    <dgm:pt modelId="{4314AF83-DA9F-4261-B432-357C2D898E12}" type="pres">
      <dgm:prSet presAssocID="{22B36BA0-808B-4B05-BF81-360F912A143D}" presName="Name37" presStyleLbl="parChTrans1D4" presStyleIdx="1" presStyleCnt="2"/>
      <dgm:spPr/>
    </dgm:pt>
    <dgm:pt modelId="{27244AB9-A801-4EC6-8195-99846D1E8C54}" type="pres">
      <dgm:prSet presAssocID="{CE9FD2A6-8ABE-40AD-8785-33F4EC8B6B27}" presName="hierRoot2" presStyleCnt="0">
        <dgm:presLayoutVars>
          <dgm:hierBranch val="init"/>
        </dgm:presLayoutVars>
      </dgm:prSet>
      <dgm:spPr/>
    </dgm:pt>
    <dgm:pt modelId="{5FD4A847-8800-4561-8576-1DDC093FFA64}" type="pres">
      <dgm:prSet presAssocID="{CE9FD2A6-8ABE-40AD-8785-33F4EC8B6B27}" presName="rootComposite" presStyleCnt="0"/>
      <dgm:spPr/>
    </dgm:pt>
    <dgm:pt modelId="{527EB5DC-0A5F-4AB6-9DE6-A35B570AC4C3}" type="pres">
      <dgm:prSet presAssocID="{CE9FD2A6-8ABE-40AD-8785-33F4EC8B6B27}" presName="rootText" presStyleLbl="node4" presStyleIdx="1" presStyleCnt="2">
        <dgm:presLayoutVars>
          <dgm:chPref val="3"/>
        </dgm:presLayoutVars>
      </dgm:prSet>
      <dgm:spPr/>
    </dgm:pt>
    <dgm:pt modelId="{4125E3AD-7669-4FB3-BB9E-4159770B756C}" type="pres">
      <dgm:prSet presAssocID="{CE9FD2A6-8ABE-40AD-8785-33F4EC8B6B27}" presName="rootConnector" presStyleLbl="node4" presStyleIdx="1" presStyleCnt="2"/>
      <dgm:spPr/>
    </dgm:pt>
    <dgm:pt modelId="{DBF324D0-7030-4CD5-89E5-AEC0E3BBBA65}" type="pres">
      <dgm:prSet presAssocID="{CE9FD2A6-8ABE-40AD-8785-33F4EC8B6B27}" presName="hierChild4" presStyleCnt="0"/>
      <dgm:spPr/>
    </dgm:pt>
    <dgm:pt modelId="{4834D67C-BDAA-46B5-A510-7F97ADFF2FF7}" type="pres">
      <dgm:prSet presAssocID="{CE9FD2A6-8ABE-40AD-8785-33F4EC8B6B27}" presName="hierChild5" presStyleCnt="0"/>
      <dgm:spPr/>
    </dgm:pt>
    <dgm:pt modelId="{8736F242-42FF-4932-A067-F76B6C9E4418}" type="pres">
      <dgm:prSet presAssocID="{D123ED3D-5979-484B-94FF-C241CA3644AA}" presName="hierChild5" presStyleCnt="0"/>
      <dgm:spPr/>
    </dgm:pt>
    <dgm:pt modelId="{C3E8B625-7D80-4A71-A048-B131D2373C35}" type="pres">
      <dgm:prSet presAssocID="{560B1A24-A1DB-4EC5-B956-D151C5E0F7F5}" presName="hierChild5" presStyleCnt="0"/>
      <dgm:spPr/>
    </dgm:pt>
    <dgm:pt modelId="{BD96C38C-3171-4E2B-BA5E-91FA0F8F0690}" type="pres">
      <dgm:prSet presAssocID="{C1FEBA00-8C48-4B95-B5FD-5582EE309891}" presName="Name37" presStyleLbl="parChTrans1D2" presStyleIdx="1" presStyleCnt="2"/>
      <dgm:spPr/>
    </dgm:pt>
    <dgm:pt modelId="{4F4CDC77-794D-45BD-9F36-A0E8763BFE71}" type="pres">
      <dgm:prSet presAssocID="{70C046A8-5AEF-459C-8125-A0D3DC620D9D}" presName="hierRoot2" presStyleCnt="0">
        <dgm:presLayoutVars>
          <dgm:hierBranch val="init"/>
        </dgm:presLayoutVars>
      </dgm:prSet>
      <dgm:spPr/>
    </dgm:pt>
    <dgm:pt modelId="{CD817C1B-5E68-40AF-BFDA-854A2F600C91}" type="pres">
      <dgm:prSet presAssocID="{70C046A8-5AEF-459C-8125-A0D3DC620D9D}" presName="rootComposite" presStyleCnt="0"/>
      <dgm:spPr/>
    </dgm:pt>
    <dgm:pt modelId="{FCD27D05-907F-498F-8647-8627EB611724}" type="pres">
      <dgm:prSet presAssocID="{70C046A8-5AEF-459C-8125-A0D3DC620D9D}" presName="rootText" presStyleLbl="node2" presStyleIdx="1" presStyleCnt="2">
        <dgm:presLayoutVars>
          <dgm:chPref val="3"/>
        </dgm:presLayoutVars>
      </dgm:prSet>
      <dgm:spPr/>
    </dgm:pt>
    <dgm:pt modelId="{B986B3FA-120C-4D49-8711-50C3DB8772C6}" type="pres">
      <dgm:prSet presAssocID="{70C046A8-5AEF-459C-8125-A0D3DC620D9D}" presName="rootConnector" presStyleLbl="node2" presStyleIdx="1" presStyleCnt="2"/>
      <dgm:spPr/>
    </dgm:pt>
    <dgm:pt modelId="{07DCC18B-BDB4-4FC1-AD0D-4F6CB88B92C2}" type="pres">
      <dgm:prSet presAssocID="{70C046A8-5AEF-459C-8125-A0D3DC620D9D}" presName="hierChild4" presStyleCnt="0"/>
      <dgm:spPr/>
    </dgm:pt>
    <dgm:pt modelId="{C5865521-F364-45CA-B50F-25CF9C2E315B}" type="pres">
      <dgm:prSet presAssocID="{54D199C9-E51E-4C6F-A6A7-796A5E01B8FE}" presName="Name37" presStyleLbl="parChTrans1D3" presStyleIdx="2" presStyleCnt="3"/>
      <dgm:spPr/>
    </dgm:pt>
    <dgm:pt modelId="{D6493B43-3FB9-47CA-BA42-AB08EEFB89B1}" type="pres">
      <dgm:prSet presAssocID="{ED1B45D4-73D5-49ED-8C1A-5014A6F25850}" presName="hierRoot2" presStyleCnt="0">
        <dgm:presLayoutVars>
          <dgm:hierBranch val="init"/>
        </dgm:presLayoutVars>
      </dgm:prSet>
      <dgm:spPr/>
    </dgm:pt>
    <dgm:pt modelId="{1624860F-03EB-4938-8636-F759FC162A82}" type="pres">
      <dgm:prSet presAssocID="{ED1B45D4-73D5-49ED-8C1A-5014A6F25850}" presName="rootComposite" presStyleCnt="0"/>
      <dgm:spPr/>
    </dgm:pt>
    <dgm:pt modelId="{A0D74BA0-8043-4424-94FF-3A2ACAC8977D}" type="pres">
      <dgm:prSet presAssocID="{ED1B45D4-73D5-49ED-8C1A-5014A6F25850}" presName="rootText" presStyleLbl="node3" presStyleIdx="2" presStyleCnt="3">
        <dgm:presLayoutVars>
          <dgm:chPref val="3"/>
        </dgm:presLayoutVars>
      </dgm:prSet>
      <dgm:spPr/>
    </dgm:pt>
    <dgm:pt modelId="{96269BDD-679D-41A8-9766-11194BEF53EE}" type="pres">
      <dgm:prSet presAssocID="{ED1B45D4-73D5-49ED-8C1A-5014A6F25850}" presName="rootConnector" presStyleLbl="node3" presStyleIdx="2" presStyleCnt="3"/>
      <dgm:spPr/>
    </dgm:pt>
    <dgm:pt modelId="{CD42EF22-2F2D-4869-B63C-71453500FE29}" type="pres">
      <dgm:prSet presAssocID="{ED1B45D4-73D5-49ED-8C1A-5014A6F25850}" presName="hierChild4" presStyleCnt="0"/>
      <dgm:spPr/>
    </dgm:pt>
    <dgm:pt modelId="{BC5A0FA2-5724-40D3-82F2-4E34826CD809}" type="pres">
      <dgm:prSet presAssocID="{ED1B45D4-73D5-49ED-8C1A-5014A6F25850}" presName="hierChild5" presStyleCnt="0"/>
      <dgm:spPr/>
    </dgm:pt>
    <dgm:pt modelId="{03A58FFA-2BC7-4E64-B8FA-1D8F28E08280}" type="pres">
      <dgm:prSet presAssocID="{70C046A8-5AEF-459C-8125-A0D3DC620D9D}" presName="hierChild5" presStyleCnt="0"/>
      <dgm:spPr/>
    </dgm:pt>
    <dgm:pt modelId="{53BBB12F-BB72-407E-8876-66CE10CD9AAF}" type="pres">
      <dgm:prSet presAssocID="{DCDA280F-5739-4D7E-9333-CBE07BAAAEC6}" presName="hierChild3" presStyleCnt="0"/>
      <dgm:spPr/>
    </dgm:pt>
  </dgm:ptLst>
  <dgm:cxnLst>
    <dgm:cxn modelId="{DAC78D14-29D0-4457-99C9-DC43ED8ABC1A}" type="presOf" srcId="{5B91458A-5055-428C-9C95-CCF0627C00E3}" destId="{4425C75A-3D78-4BF6-ADF2-6AF80D8EEC38}" srcOrd="0" destOrd="0" presId="urn:microsoft.com/office/officeart/2005/8/layout/orgChart1"/>
    <dgm:cxn modelId="{AEC56616-6C85-45FC-B5FF-063C05D7D411}" srcId="{560B1A24-A1DB-4EC5-B956-D151C5E0F7F5}" destId="{D2125D0D-BBDE-4EA8-AC21-E2D902D0DC61}" srcOrd="0" destOrd="0" parTransId="{DA162F44-C34E-4993-A1CB-4AB59754798C}" sibTransId="{A05480AD-4211-4BA8-853B-0A730544C77B}"/>
    <dgm:cxn modelId="{5F47941E-DF9A-44AF-A6FD-CACDE80E2884}" srcId="{DA81F668-6660-4338-9505-5710F9B5CCB3}" destId="{DCDA280F-5739-4D7E-9333-CBE07BAAAEC6}" srcOrd="0" destOrd="0" parTransId="{DDBA8420-048C-4E8C-879F-2ABC9DEA079E}" sibTransId="{3FBF4EEB-9B0E-4DD6-B1BC-5838EBBB7622}"/>
    <dgm:cxn modelId="{EE949534-B424-4B88-BA50-0E1F494DEE35}" srcId="{70C046A8-5AEF-459C-8125-A0D3DC620D9D}" destId="{ED1B45D4-73D5-49ED-8C1A-5014A6F25850}" srcOrd="0" destOrd="0" parTransId="{54D199C9-E51E-4C6F-A6A7-796A5E01B8FE}" sibTransId="{04B33DD4-2870-427B-96E1-282293941265}"/>
    <dgm:cxn modelId="{06649C34-3C7C-4DF1-BC48-1B9988FB51B9}" type="presOf" srcId="{C1FEBA00-8C48-4B95-B5FD-5582EE309891}" destId="{BD96C38C-3171-4E2B-BA5E-91FA0F8F0690}" srcOrd="0" destOrd="0" presId="urn:microsoft.com/office/officeart/2005/8/layout/orgChart1"/>
    <dgm:cxn modelId="{B9F17236-94B4-4D59-948E-7CDFA57A2582}" type="presOf" srcId="{ED1B45D4-73D5-49ED-8C1A-5014A6F25850}" destId="{96269BDD-679D-41A8-9766-11194BEF53EE}" srcOrd="1" destOrd="0" presId="urn:microsoft.com/office/officeart/2005/8/layout/orgChart1"/>
    <dgm:cxn modelId="{4346B14D-3CFA-4F5E-BE99-D7DE5E76C3AB}" type="presOf" srcId="{CE9FD2A6-8ABE-40AD-8785-33F4EC8B6B27}" destId="{527EB5DC-0A5F-4AB6-9DE6-A35B570AC4C3}" srcOrd="0" destOrd="0" presId="urn:microsoft.com/office/officeart/2005/8/layout/orgChart1"/>
    <dgm:cxn modelId="{24115A5F-1E29-4F6D-966F-35E942E62ECD}" type="presOf" srcId="{D123ED3D-5979-484B-94FF-C241CA3644AA}" destId="{B3591140-851A-4245-8047-0739084F610D}" srcOrd="0" destOrd="0" presId="urn:microsoft.com/office/officeart/2005/8/layout/orgChart1"/>
    <dgm:cxn modelId="{410F8A6B-B524-4A58-AD74-F1E10EBB9D07}" srcId="{DCDA280F-5739-4D7E-9333-CBE07BAAAEC6}" destId="{70C046A8-5AEF-459C-8125-A0D3DC620D9D}" srcOrd="1" destOrd="0" parTransId="{C1FEBA00-8C48-4B95-B5FD-5582EE309891}" sibTransId="{B771835E-8743-466F-B136-64771065C019}"/>
    <dgm:cxn modelId="{DBBE0078-0B5C-41E1-BBE3-502C22E751DF}" type="presOf" srcId="{462C937D-C5D2-46D4-B994-44BB2D6789E6}" destId="{30AC7F5C-041A-4062-A27E-E3DD49A0569C}" srcOrd="0" destOrd="0" presId="urn:microsoft.com/office/officeart/2005/8/layout/orgChart1"/>
    <dgm:cxn modelId="{5AD82988-9BDA-4831-BD46-790C808D8DAC}" type="presOf" srcId="{70C046A8-5AEF-459C-8125-A0D3DC620D9D}" destId="{FCD27D05-907F-498F-8647-8627EB611724}" srcOrd="0" destOrd="0" presId="urn:microsoft.com/office/officeart/2005/8/layout/orgChart1"/>
    <dgm:cxn modelId="{FE310C92-10DF-4873-A597-3231E8560DED}" srcId="{560B1A24-A1DB-4EC5-B956-D151C5E0F7F5}" destId="{D123ED3D-5979-484B-94FF-C241CA3644AA}" srcOrd="1" destOrd="0" parTransId="{5B91458A-5055-428C-9C95-CCF0627C00E3}" sibTransId="{80EBEE81-F8B1-4381-8142-0A8560B57378}"/>
    <dgm:cxn modelId="{850E2195-02FC-443D-B8AD-AA7403A71773}" type="presOf" srcId="{3AC42360-9558-4728-84D3-1958DB7D6435}" destId="{1BA6180D-4D1C-4035-B32F-F27C81B88C0C}" srcOrd="0" destOrd="0" presId="urn:microsoft.com/office/officeart/2005/8/layout/orgChart1"/>
    <dgm:cxn modelId="{A9237A95-F6C6-4698-99C6-EADFDF9635FD}" srcId="{D123ED3D-5979-484B-94FF-C241CA3644AA}" destId="{CE9FD2A6-8ABE-40AD-8785-33F4EC8B6B27}" srcOrd="1" destOrd="0" parTransId="{22B36BA0-808B-4B05-BF81-360F912A143D}" sibTransId="{DD052032-10F9-45D0-A178-2B60F51F2992}"/>
    <dgm:cxn modelId="{76EF4EA1-22B4-40D8-A067-9C0F095098AB}" srcId="{D123ED3D-5979-484B-94FF-C241CA3644AA}" destId="{3AC42360-9558-4728-84D3-1958DB7D6435}" srcOrd="0" destOrd="0" parTransId="{462C937D-C5D2-46D4-B994-44BB2D6789E6}" sibTransId="{DCC125C0-C382-4011-8C45-3F5C0783B37E}"/>
    <dgm:cxn modelId="{22EA96A1-ACE0-496E-90D5-545561DFEFF6}" type="presOf" srcId="{D2125D0D-BBDE-4EA8-AC21-E2D902D0DC61}" destId="{C28E1A03-0B26-413D-A2B7-C9F5B7ABF5CA}" srcOrd="0" destOrd="0" presId="urn:microsoft.com/office/officeart/2005/8/layout/orgChart1"/>
    <dgm:cxn modelId="{C83AEDA4-71F0-4068-B698-461780ECCDDC}" type="presOf" srcId="{CE9FD2A6-8ABE-40AD-8785-33F4EC8B6B27}" destId="{4125E3AD-7669-4FB3-BB9E-4159770B756C}" srcOrd="1" destOrd="0" presId="urn:microsoft.com/office/officeart/2005/8/layout/orgChart1"/>
    <dgm:cxn modelId="{E1EE4FA7-37D7-4D5C-BB54-91072BB2644C}" type="presOf" srcId="{DCDA280F-5739-4D7E-9333-CBE07BAAAEC6}" destId="{6E51110B-1B48-48A2-B622-2A0797450A08}" srcOrd="0" destOrd="0" presId="urn:microsoft.com/office/officeart/2005/8/layout/orgChart1"/>
    <dgm:cxn modelId="{7E5132B0-AC9F-494F-883C-C5C1404AC51A}" type="presOf" srcId="{3AC42360-9558-4728-84D3-1958DB7D6435}" destId="{EDD202BD-3D36-4B5A-8EB0-20AB1275FA74}" srcOrd="1" destOrd="0" presId="urn:microsoft.com/office/officeart/2005/8/layout/orgChart1"/>
    <dgm:cxn modelId="{B67AA2B8-7414-4E76-94F0-6A752642BC09}" type="presOf" srcId="{560B1A24-A1DB-4EC5-B956-D151C5E0F7F5}" destId="{BC96FFD2-D653-4557-A25D-6B6B29FB734B}" srcOrd="0" destOrd="0" presId="urn:microsoft.com/office/officeart/2005/8/layout/orgChart1"/>
    <dgm:cxn modelId="{C7D473C4-1E9A-475A-9B1E-05B16EE845B5}" srcId="{DCDA280F-5739-4D7E-9333-CBE07BAAAEC6}" destId="{560B1A24-A1DB-4EC5-B956-D151C5E0F7F5}" srcOrd="0" destOrd="0" parTransId="{D1C14221-E95A-427E-9464-952D0E58B005}" sibTransId="{17D9A1A5-2C29-4A2C-A3A2-A24AB795D56B}"/>
    <dgm:cxn modelId="{E50214C6-9E07-49AA-92BB-1EB53AB9820E}" type="presOf" srcId="{DA81F668-6660-4338-9505-5710F9B5CCB3}" destId="{EDCA3726-F3FF-4047-BEF4-2300B583B06E}" srcOrd="0" destOrd="0" presId="urn:microsoft.com/office/officeart/2005/8/layout/orgChart1"/>
    <dgm:cxn modelId="{8C80C6CC-C008-4DFA-B463-34BECD9C32AC}" type="presOf" srcId="{560B1A24-A1DB-4EC5-B956-D151C5E0F7F5}" destId="{7A83F1FA-7AE4-43F2-881C-D48197E15C71}" srcOrd="1" destOrd="0" presId="urn:microsoft.com/office/officeart/2005/8/layout/orgChart1"/>
    <dgm:cxn modelId="{A03B40D2-007B-4FFE-B080-97AA396CC2C9}" type="presOf" srcId="{DCDA280F-5739-4D7E-9333-CBE07BAAAEC6}" destId="{71968905-1FBA-4D49-B481-92F1D10EA11A}" srcOrd="1" destOrd="0" presId="urn:microsoft.com/office/officeart/2005/8/layout/orgChart1"/>
    <dgm:cxn modelId="{2E9F60E1-BA8A-4162-BABE-332B237D9DDF}" type="presOf" srcId="{22B36BA0-808B-4B05-BF81-360F912A143D}" destId="{4314AF83-DA9F-4261-B432-357C2D898E12}" srcOrd="0" destOrd="0" presId="urn:microsoft.com/office/officeart/2005/8/layout/orgChart1"/>
    <dgm:cxn modelId="{EFF164E2-D2C0-46D8-9FEF-6F84F5CC58D9}" type="presOf" srcId="{70C046A8-5AEF-459C-8125-A0D3DC620D9D}" destId="{B986B3FA-120C-4D49-8711-50C3DB8772C6}" srcOrd="1" destOrd="0" presId="urn:microsoft.com/office/officeart/2005/8/layout/orgChart1"/>
    <dgm:cxn modelId="{131841E4-DCF7-486F-B448-71E595AB99E7}" type="presOf" srcId="{D1C14221-E95A-427E-9464-952D0E58B005}" destId="{27E5BCD8-D5D9-4EBB-B5C0-A1AE3C76A3CE}" srcOrd="0" destOrd="0" presId="urn:microsoft.com/office/officeart/2005/8/layout/orgChart1"/>
    <dgm:cxn modelId="{8191D5F2-D718-4BB2-A537-9086CDB7930B}" type="presOf" srcId="{ED1B45D4-73D5-49ED-8C1A-5014A6F25850}" destId="{A0D74BA0-8043-4424-94FF-3A2ACAC8977D}" srcOrd="0" destOrd="0" presId="urn:microsoft.com/office/officeart/2005/8/layout/orgChart1"/>
    <dgm:cxn modelId="{120BFCF7-0F22-40F8-9114-1AD9D6CC2EC9}" type="presOf" srcId="{DA162F44-C34E-4993-A1CB-4AB59754798C}" destId="{AF7B43FE-4E06-4FF4-A71C-508476DABC31}" srcOrd="0" destOrd="0" presId="urn:microsoft.com/office/officeart/2005/8/layout/orgChart1"/>
    <dgm:cxn modelId="{287442FB-47A2-4236-B3D8-890C9287E9EA}" type="presOf" srcId="{54D199C9-E51E-4C6F-A6A7-796A5E01B8FE}" destId="{C5865521-F364-45CA-B50F-25CF9C2E315B}" srcOrd="0" destOrd="0" presId="urn:microsoft.com/office/officeart/2005/8/layout/orgChart1"/>
    <dgm:cxn modelId="{B6B22FFE-9F65-4720-8A27-BBB10930C089}" type="presOf" srcId="{D123ED3D-5979-484B-94FF-C241CA3644AA}" destId="{8AAD002A-C92A-4A06-9AA2-B549275E595F}" srcOrd="1" destOrd="0" presId="urn:microsoft.com/office/officeart/2005/8/layout/orgChart1"/>
    <dgm:cxn modelId="{E7CE46FE-9C5B-4EAC-A932-BD75CE8FECC6}" type="presOf" srcId="{D2125D0D-BBDE-4EA8-AC21-E2D902D0DC61}" destId="{6766FBC6-5DD2-41FC-8E2F-0A8064E0910A}" srcOrd="1" destOrd="0" presId="urn:microsoft.com/office/officeart/2005/8/layout/orgChart1"/>
    <dgm:cxn modelId="{8637C653-1BB7-4E26-A2E2-D4FB4F6C5515}" type="presParOf" srcId="{EDCA3726-F3FF-4047-BEF4-2300B583B06E}" destId="{EC86D19E-4A54-4BE0-B31C-FD9DBD674D6B}" srcOrd="0" destOrd="0" presId="urn:microsoft.com/office/officeart/2005/8/layout/orgChart1"/>
    <dgm:cxn modelId="{2893A949-FBB8-4A82-86D3-94BE740B544C}" type="presParOf" srcId="{EC86D19E-4A54-4BE0-B31C-FD9DBD674D6B}" destId="{0699E517-654B-4ECC-B198-7AC048AE96C5}" srcOrd="0" destOrd="0" presId="urn:microsoft.com/office/officeart/2005/8/layout/orgChart1"/>
    <dgm:cxn modelId="{660E6FBE-3827-4395-9C05-57E107DCF72B}" type="presParOf" srcId="{0699E517-654B-4ECC-B198-7AC048AE96C5}" destId="{6E51110B-1B48-48A2-B622-2A0797450A08}" srcOrd="0" destOrd="0" presId="urn:microsoft.com/office/officeart/2005/8/layout/orgChart1"/>
    <dgm:cxn modelId="{B66C9BD9-01D8-4743-9D7F-21889E3C4898}" type="presParOf" srcId="{0699E517-654B-4ECC-B198-7AC048AE96C5}" destId="{71968905-1FBA-4D49-B481-92F1D10EA11A}" srcOrd="1" destOrd="0" presId="urn:microsoft.com/office/officeart/2005/8/layout/orgChart1"/>
    <dgm:cxn modelId="{984C9573-A65C-408E-8B9B-98605E523E54}" type="presParOf" srcId="{EC86D19E-4A54-4BE0-B31C-FD9DBD674D6B}" destId="{0BCF5283-C5E4-4693-8A1C-2EEC17A2B552}" srcOrd="1" destOrd="0" presId="urn:microsoft.com/office/officeart/2005/8/layout/orgChart1"/>
    <dgm:cxn modelId="{52326B11-4616-44CE-B902-5DFC52DA5061}" type="presParOf" srcId="{0BCF5283-C5E4-4693-8A1C-2EEC17A2B552}" destId="{27E5BCD8-D5D9-4EBB-B5C0-A1AE3C76A3CE}" srcOrd="0" destOrd="0" presId="urn:microsoft.com/office/officeart/2005/8/layout/orgChart1"/>
    <dgm:cxn modelId="{95C6C589-9F46-43C5-B50A-71DB4DAE48E6}" type="presParOf" srcId="{0BCF5283-C5E4-4693-8A1C-2EEC17A2B552}" destId="{3F813F8E-FB93-4E54-9F0C-6B4C7D4B8FB9}" srcOrd="1" destOrd="0" presId="urn:microsoft.com/office/officeart/2005/8/layout/orgChart1"/>
    <dgm:cxn modelId="{001FEFB0-00AF-4DFB-9474-17EACB88699F}" type="presParOf" srcId="{3F813F8E-FB93-4E54-9F0C-6B4C7D4B8FB9}" destId="{0AF1124A-A517-4591-BBE5-213FA55C137F}" srcOrd="0" destOrd="0" presId="urn:microsoft.com/office/officeart/2005/8/layout/orgChart1"/>
    <dgm:cxn modelId="{FC58EB4D-AFF1-406D-9A4D-738C1D2A121B}" type="presParOf" srcId="{0AF1124A-A517-4591-BBE5-213FA55C137F}" destId="{BC96FFD2-D653-4557-A25D-6B6B29FB734B}" srcOrd="0" destOrd="0" presId="urn:microsoft.com/office/officeart/2005/8/layout/orgChart1"/>
    <dgm:cxn modelId="{A4F561A5-FA55-42FE-AA7D-07D500C04A18}" type="presParOf" srcId="{0AF1124A-A517-4591-BBE5-213FA55C137F}" destId="{7A83F1FA-7AE4-43F2-881C-D48197E15C71}" srcOrd="1" destOrd="0" presId="urn:microsoft.com/office/officeart/2005/8/layout/orgChart1"/>
    <dgm:cxn modelId="{713DD6CD-2191-4D75-A542-A5B9A6CC02E6}" type="presParOf" srcId="{3F813F8E-FB93-4E54-9F0C-6B4C7D4B8FB9}" destId="{B2BAAE8A-EC4B-4287-9CEA-A86EED9B191B}" srcOrd="1" destOrd="0" presId="urn:microsoft.com/office/officeart/2005/8/layout/orgChart1"/>
    <dgm:cxn modelId="{358B2D60-692A-4176-9DED-3FA2F4776A9F}" type="presParOf" srcId="{B2BAAE8A-EC4B-4287-9CEA-A86EED9B191B}" destId="{AF7B43FE-4E06-4FF4-A71C-508476DABC31}" srcOrd="0" destOrd="0" presId="urn:microsoft.com/office/officeart/2005/8/layout/orgChart1"/>
    <dgm:cxn modelId="{D0C3870D-E4E8-409F-B5B2-8D0AF3DCD873}" type="presParOf" srcId="{B2BAAE8A-EC4B-4287-9CEA-A86EED9B191B}" destId="{60F57CD7-C9C6-46EC-A23B-1A4B3DF57A44}" srcOrd="1" destOrd="0" presId="urn:microsoft.com/office/officeart/2005/8/layout/orgChart1"/>
    <dgm:cxn modelId="{5D047E7E-5C82-4AC6-89DA-081B3303E2DF}" type="presParOf" srcId="{60F57CD7-C9C6-46EC-A23B-1A4B3DF57A44}" destId="{742E86C9-4C21-4A66-A143-AA3A85D6A4DA}" srcOrd="0" destOrd="0" presId="urn:microsoft.com/office/officeart/2005/8/layout/orgChart1"/>
    <dgm:cxn modelId="{5B27D1A4-3800-4122-A1FC-01D7D31442F8}" type="presParOf" srcId="{742E86C9-4C21-4A66-A143-AA3A85D6A4DA}" destId="{C28E1A03-0B26-413D-A2B7-C9F5B7ABF5CA}" srcOrd="0" destOrd="0" presId="urn:microsoft.com/office/officeart/2005/8/layout/orgChart1"/>
    <dgm:cxn modelId="{2E1069DB-A5F0-47D9-8C23-9190906247D8}" type="presParOf" srcId="{742E86C9-4C21-4A66-A143-AA3A85D6A4DA}" destId="{6766FBC6-5DD2-41FC-8E2F-0A8064E0910A}" srcOrd="1" destOrd="0" presId="urn:microsoft.com/office/officeart/2005/8/layout/orgChart1"/>
    <dgm:cxn modelId="{2E0FFB39-1CE4-40DF-B146-F29D703D8D83}" type="presParOf" srcId="{60F57CD7-C9C6-46EC-A23B-1A4B3DF57A44}" destId="{F6B65E2D-5973-487E-B673-1D9A250EC979}" srcOrd="1" destOrd="0" presId="urn:microsoft.com/office/officeart/2005/8/layout/orgChart1"/>
    <dgm:cxn modelId="{4B7B9F60-3FCC-42FC-97D3-C502AA846B4B}" type="presParOf" srcId="{60F57CD7-C9C6-46EC-A23B-1A4B3DF57A44}" destId="{799CDC6E-DB47-41E3-ADC9-52F7F74364D4}" srcOrd="2" destOrd="0" presId="urn:microsoft.com/office/officeart/2005/8/layout/orgChart1"/>
    <dgm:cxn modelId="{EAB53309-10CD-4CE9-B76A-BF8E13C57CF3}" type="presParOf" srcId="{B2BAAE8A-EC4B-4287-9CEA-A86EED9B191B}" destId="{4425C75A-3D78-4BF6-ADF2-6AF80D8EEC38}" srcOrd="2" destOrd="0" presId="urn:microsoft.com/office/officeart/2005/8/layout/orgChart1"/>
    <dgm:cxn modelId="{73DF87DC-35EE-45DE-8191-CCAF7A5EC76D}" type="presParOf" srcId="{B2BAAE8A-EC4B-4287-9CEA-A86EED9B191B}" destId="{9E1BECD4-31C0-41A7-A56C-8B43EB4A14D7}" srcOrd="3" destOrd="0" presId="urn:microsoft.com/office/officeart/2005/8/layout/orgChart1"/>
    <dgm:cxn modelId="{5D90E8CF-099F-40E1-8775-5DEB4BE8A5CB}" type="presParOf" srcId="{9E1BECD4-31C0-41A7-A56C-8B43EB4A14D7}" destId="{E5485E20-CCBD-472C-84AB-8D00FF16A0A8}" srcOrd="0" destOrd="0" presId="urn:microsoft.com/office/officeart/2005/8/layout/orgChart1"/>
    <dgm:cxn modelId="{3DE3C55A-758F-4FCD-86A5-F87F110518C7}" type="presParOf" srcId="{E5485E20-CCBD-472C-84AB-8D00FF16A0A8}" destId="{B3591140-851A-4245-8047-0739084F610D}" srcOrd="0" destOrd="0" presId="urn:microsoft.com/office/officeart/2005/8/layout/orgChart1"/>
    <dgm:cxn modelId="{FE589E52-0786-414F-A916-23DF6F2D2CB1}" type="presParOf" srcId="{E5485E20-CCBD-472C-84AB-8D00FF16A0A8}" destId="{8AAD002A-C92A-4A06-9AA2-B549275E595F}" srcOrd="1" destOrd="0" presId="urn:microsoft.com/office/officeart/2005/8/layout/orgChart1"/>
    <dgm:cxn modelId="{CC023318-A590-41FA-9FA1-4718E00C2CA2}" type="presParOf" srcId="{9E1BECD4-31C0-41A7-A56C-8B43EB4A14D7}" destId="{CC3BE619-4C63-4A23-AB80-B9E26BA1BBC2}" srcOrd="1" destOrd="0" presId="urn:microsoft.com/office/officeart/2005/8/layout/orgChart1"/>
    <dgm:cxn modelId="{66B30AB3-34F1-4605-B122-24DC160328C6}" type="presParOf" srcId="{CC3BE619-4C63-4A23-AB80-B9E26BA1BBC2}" destId="{30AC7F5C-041A-4062-A27E-E3DD49A0569C}" srcOrd="0" destOrd="0" presId="urn:microsoft.com/office/officeart/2005/8/layout/orgChart1"/>
    <dgm:cxn modelId="{34ACB1D1-82E6-46CB-9859-90C2958BAF97}" type="presParOf" srcId="{CC3BE619-4C63-4A23-AB80-B9E26BA1BBC2}" destId="{99443272-9FFB-4DDD-8352-607A143159D1}" srcOrd="1" destOrd="0" presId="urn:microsoft.com/office/officeart/2005/8/layout/orgChart1"/>
    <dgm:cxn modelId="{3598F70C-1826-4D33-A66A-C3D732519989}" type="presParOf" srcId="{99443272-9FFB-4DDD-8352-607A143159D1}" destId="{807361F4-E838-4225-B1D6-209599AEF8A8}" srcOrd="0" destOrd="0" presId="urn:microsoft.com/office/officeart/2005/8/layout/orgChart1"/>
    <dgm:cxn modelId="{9B6F3B8C-8C92-44A3-B966-B0C6758EB378}" type="presParOf" srcId="{807361F4-E838-4225-B1D6-209599AEF8A8}" destId="{1BA6180D-4D1C-4035-B32F-F27C81B88C0C}" srcOrd="0" destOrd="0" presId="urn:microsoft.com/office/officeart/2005/8/layout/orgChart1"/>
    <dgm:cxn modelId="{8C320723-A0AA-40DB-BD6B-85C3F781CB41}" type="presParOf" srcId="{807361F4-E838-4225-B1D6-209599AEF8A8}" destId="{EDD202BD-3D36-4B5A-8EB0-20AB1275FA74}" srcOrd="1" destOrd="0" presId="urn:microsoft.com/office/officeart/2005/8/layout/orgChart1"/>
    <dgm:cxn modelId="{30E4174A-210C-4095-8D3F-AD77C207155C}" type="presParOf" srcId="{99443272-9FFB-4DDD-8352-607A143159D1}" destId="{423EE6E8-9EE1-4F64-A6A4-642F76AE69BC}" srcOrd="1" destOrd="0" presId="urn:microsoft.com/office/officeart/2005/8/layout/orgChart1"/>
    <dgm:cxn modelId="{9DC716C1-49F3-46A0-9B73-0BF104B236C5}" type="presParOf" srcId="{99443272-9FFB-4DDD-8352-607A143159D1}" destId="{C25AB805-61EE-4E1E-83F3-9852900427CA}" srcOrd="2" destOrd="0" presId="urn:microsoft.com/office/officeart/2005/8/layout/orgChart1"/>
    <dgm:cxn modelId="{F9CD736B-8841-4534-B0A1-010C7FA34268}" type="presParOf" srcId="{CC3BE619-4C63-4A23-AB80-B9E26BA1BBC2}" destId="{4314AF83-DA9F-4261-B432-357C2D898E12}" srcOrd="2" destOrd="0" presId="urn:microsoft.com/office/officeart/2005/8/layout/orgChart1"/>
    <dgm:cxn modelId="{CCFE2E8B-13ED-46BC-AD56-20C14409F9A5}" type="presParOf" srcId="{CC3BE619-4C63-4A23-AB80-B9E26BA1BBC2}" destId="{27244AB9-A801-4EC6-8195-99846D1E8C54}" srcOrd="3" destOrd="0" presId="urn:microsoft.com/office/officeart/2005/8/layout/orgChart1"/>
    <dgm:cxn modelId="{2EA18910-6D7B-40DA-BC3C-3C69E57B9BBB}" type="presParOf" srcId="{27244AB9-A801-4EC6-8195-99846D1E8C54}" destId="{5FD4A847-8800-4561-8576-1DDC093FFA64}" srcOrd="0" destOrd="0" presId="urn:microsoft.com/office/officeart/2005/8/layout/orgChart1"/>
    <dgm:cxn modelId="{BAFC8326-FAFD-4C42-B8AC-1F7D9870111D}" type="presParOf" srcId="{5FD4A847-8800-4561-8576-1DDC093FFA64}" destId="{527EB5DC-0A5F-4AB6-9DE6-A35B570AC4C3}" srcOrd="0" destOrd="0" presId="urn:microsoft.com/office/officeart/2005/8/layout/orgChart1"/>
    <dgm:cxn modelId="{FA553740-116B-4770-8A50-AA8F8886A0ED}" type="presParOf" srcId="{5FD4A847-8800-4561-8576-1DDC093FFA64}" destId="{4125E3AD-7669-4FB3-BB9E-4159770B756C}" srcOrd="1" destOrd="0" presId="urn:microsoft.com/office/officeart/2005/8/layout/orgChart1"/>
    <dgm:cxn modelId="{C2819C6D-06F2-485A-8B77-9442C0149E21}" type="presParOf" srcId="{27244AB9-A801-4EC6-8195-99846D1E8C54}" destId="{DBF324D0-7030-4CD5-89E5-AEC0E3BBBA65}" srcOrd="1" destOrd="0" presId="urn:microsoft.com/office/officeart/2005/8/layout/orgChart1"/>
    <dgm:cxn modelId="{635519A7-5355-44C2-9469-EB743E4503DD}" type="presParOf" srcId="{27244AB9-A801-4EC6-8195-99846D1E8C54}" destId="{4834D67C-BDAA-46B5-A510-7F97ADFF2FF7}" srcOrd="2" destOrd="0" presId="urn:microsoft.com/office/officeart/2005/8/layout/orgChart1"/>
    <dgm:cxn modelId="{7F34AF05-19D6-4625-9A97-E81982C08A60}" type="presParOf" srcId="{9E1BECD4-31C0-41A7-A56C-8B43EB4A14D7}" destId="{8736F242-42FF-4932-A067-F76B6C9E4418}" srcOrd="2" destOrd="0" presId="urn:microsoft.com/office/officeart/2005/8/layout/orgChart1"/>
    <dgm:cxn modelId="{2997653C-30EB-4B5C-A5F8-F8D2D5735E81}" type="presParOf" srcId="{3F813F8E-FB93-4E54-9F0C-6B4C7D4B8FB9}" destId="{C3E8B625-7D80-4A71-A048-B131D2373C35}" srcOrd="2" destOrd="0" presId="urn:microsoft.com/office/officeart/2005/8/layout/orgChart1"/>
    <dgm:cxn modelId="{8887E76F-C82F-4222-B24A-3986CF89FCB4}" type="presParOf" srcId="{0BCF5283-C5E4-4693-8A1C-2EEC17A2B552}" destId="{BD96C38C-3171-4E2B-BA5E-91FA0F8F0690}" srcOrd="2" destOrd="0" presId="urn:microsoft.com/office/officeart/2005/8/layout/orgChart1"/>
    <dgm:cxn modelId="{8B6AC0AB-0B39-4EA2-B9A4-DA0454D6CDDE}" type="presParOf" srcId="{0BCF5283-C5E4-4693-8A1C-2EEC17A2B552}" destId="{4F4CDC77-794D-45BD-9F36-A0E8763BFE71}" srcOrd="3" destOrd="0" presId="urn:microsoft.com/office/officeart/2005/8/layout/orgChart1"/>
    <dgm:cxn modelId="{DA65FA91-AEBD-47D4-86A4-AA029C10E823}" type="presParOf" srcId="{4F4CDC77-794D-45BD-9F36-A0E8763BFE71}" destId="{CD817C1B-5E68-40AF-BFDA-854A2F600C91}" srcOrd="0" destOrd="0" presId="urn:microsoft.com/office/officeart/2005/8/layout/orgChart1"/>
    <dgm:cxn modelId="{59860E53-1E20-49AF-B33D-B69770C66B05}" type="presParOf" srcId="{CD817C1B-5E68-40AF-BFDA-854A2F600C91}" destId="{FCD27D05-907F-498F-8647-8627EB611724}" srcOrd="0" destOrd="0" presId="urn:microsoft.com/office/officeart/2005/8/layout/orgChart1"/>
    <dgm:cxn modelId="{B5375333-FEE6-4717-8AFD-F309A392C535}" type="presParOf" srcId="{CD817C1B-5E68-40AF-BFDA-854A2F600C91}" destId="{B986B3FA-120C-4D49-8711-50C3DB8772C6}" srcOrd="1" destOrd="0" presId="urn:microsoft.com/office/officeart/2005/8/layout/orgChart1"/>
    <dgm:cxn modelId="{7277F559-6F4B-494E-B607-2D127F784A81}" type="presParOf" srcId="{4F4CDC77-794D-45BD-9F36-A0E8763BFE71}" destId="{07DCC18B-BDB4-4FC1-AD0D-4F6CB88B92C2}" srcOrd="1" destOrd="0" presId="urn:microsoft.com/office/officeart/2005/8/layout/orgChart1"/>
    <dgm:cxn modelId="{02F061BA-83F2-4B89-9D40-4DBEB448B2B1}" type="presParOf" srcId="{07DCC18B-BDB4-4FC1-AD0D-4F6CB88B92C2}" destId="{C5865521-F364-45CA-B50F-25CF9C2E315B}" srcOrd="0" destOrd="0" presId="urn:microsoft.com/office/officeart/2005/8/layout/orgChart1"/>
    <dgm:cxn modelId="{5B356484-6F0A-4FDB-92C5-160B559FA02B}" type="presParOf" srcId="{07DCC18B-BDB4-4FC1-AD0D-4F6CB88B92C2}" destId="{D6493B43-3FB9-47CA-BA42-AB08EEFB89B1}" srcOrd="1" destOrd="0" presId="urn:microsoft.com/office/officeart/2005/8/layout/orgChart1"/>
    <dgm:cxn modelId="{A8436959-3794-4041-8C1E-158A81611DC0}" type="presParOf" srcId="{D6493B43-3FB9-47CA-BA42-AB08EEFB89B1}" destId="{1624860F-03EB-4938-8636-F759FC162A82}" srcOrd="0" destOrd="0" presId="urn:microsoft.com/office/officeart/2005/8/layout/orgChart1"/>
    <dgm:cxn modelId="{38AFCF3A-EC00-44CC-AFB1-E00C14E39A2A}" type="presParOf" srcId="{1624860F-03EB-4938-8636-F759FC162A82}" destId="{A0D74BA0-8043-4424-94FF-3A2ACAC8977D}" srcOrd="0" destOrd="0" presId="urn:microsoft.com/office/officeart/2005/8/layout/orgChart1"/>
    <dgm:cxn modelId="{320890F3-2AB6-42E8-A887-1C80DF728557}" type="presParOf" srcId="{1624860F-03EB-4938-8636-F759FC162A82}" destId="{96269BDD-679D-41A8-9766-11194BEF53EE}" srcOrd="1" destOrd="0" presId="urn:microsoft.com/office/officeart/2005/8/layout/orgChart1"/>
    <dgm:cxn modelId="{E2942111-49CD-4390-B4BC-70EFCDB02C3C}" type="presParOf" srcId="{D6493B43-3FB9-47CA-BA42-AB08EEFB89B1}" destId="{CD42EF22-2F2D-4869-B63C-71453500FE29}" srcOrd="1" destOrd="0" presId="urn:microsoft.com/office/officeart/2005/8/layout/orgChart1"/>
    <dgm:cxn modelId="{1E987414-6042-4AB5-AD41-E235F4623A16}" type="presParOf" srcId="{D6493B43-3FB9-47CA-BA42-AB08EEFB89B1}" destId="{BC5A0FA2-5724-40D3-82F2-4E34826CD809}" srcOrd="2" destOrd="0" presId="urn:microsoft.com/office/officeart/2005/8/layout/orgChart1"/>
    <dgm:cxn modelId="{0F9183C1-61E0-4467-AC6F-3E32BC33AADD}" type="presParOf" srcId="{4F4CDC77-794D-45BD-9F36-A0E8763BFE71}" destId="{03A58FFA-2BC7-4E64-B8FA-1D8F28E08280}" srcOrd="2" destOrd="0" presId="urn:microsoft.com/office/officeart/2005/8/layout/orgChart1"/>
    <dgm:cxn modelId="{116BEF5F-FEDA-4898-9CF0-871DFEC600F7}" type="presParOf" srcId="{EC86D19E-4A54-4BE0-B31C-FD9DBD674D6B}" destId="{53BBB12F-BB72-407E-8876-66CE10CD9A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81F668-6660-4338-9505-5710F9B5CC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D2125D0D-BBDE-4EA8-AC21-E2D902D0DC61}">
      <dgm:prSet phldrT="[Text]" custT="1"/>
      <dgm:spPr/>
      <dgm:t>
        <a:bodyPr/>
        <a:lstStyle/>
        <a:p>
          <a:r>
            <a:rPr lang="en-US" sz="2000" dirty="0">
              <a:solidFill>
                <a:schemeClr val="tx1">
                  <a:lumMod val="50000"/>
                  <a:lumOff val="50000"/>
                </a:schemeClr>
              </a:solidFill>
              <a:latin typeface="Quadraat" panose="02000503060000090004" pitchFamily="2" charset="0"/>
            </a:rPr>
            <a:t>Nonocclusive mesenteric ischemia</a:t>
          </a:r>
        </a:p>
      </dgm:t>
    </dgm:pt>
    <dgm:pt modelId="{DA162F44-C34E-4993-A1CB-4AB59754798C}" type="parTrans" cxnId="{AEC56616-6C85-45FC-B5FF-063C05D7D411}">
      <dgm:prSet/>
      <dgm:spPr/>
      <dgm:t>
        <a:bodyPr/>
        <a:lstStyle/>
        <a:p>
          <a:endParaRPr lang="en-US" sz="2000">
            <a:solidFill>
              <a:schemeClr val="tx1">
                <a:lumMod val="50000"/>
                <a:lumOff val="50000"/>
              </a:schemeClr>
            </a:solidFill>
          </a:endParaRPr>
        </a:p>
      </dgm:t>
    </dgm:pt>
    <dgm:pt modelId="{A05480AD-4211-4BA8-853B-0A730544C77B}" type="sibTrans" cxnId="{AEC56616-6C85-45FC-B5FF-063C05D7D411}">
      <dgm:prSet/>
      <dgm:spPr/>
      <dgm:t>
        <a:bodyPr/>
        <a:lstStyle/>
        <a:p>
          <a:endParaRPr lang="en-US" sz="2000"/>
        </a:p>
      </dgm:t>
    </dgm:pt>
    <dgm:pt modelId="{D123ED3D-5979-484B-94FF-C241CA3644AA}">
      <dgm:prSet phldrT="[Text]" custT="1"/>
      <dgm:spPr/>
      <dgm:t>
        <a:bodyPr/>
        <a:lstStyle/>
        <a:p>
          <a:r>
            <a:rPr lang="en-US" sz="2000" dirty="0">
              <a:solidFill>
                <a:schemeClr val="tx1">
                  <a:lumMod val="50000"/>
                  <a:lumOff val="50000"/>
                </a:schemeClr>
              </a:solidFill>
              <a:latin typeface="Quadraat" panose="02000503060000090004" pitchFamily="2" charset="0"/>
            </a:rPr>
            <a:t>Occlusive mesenteric ischemia</a:t>
          </a:r>
        </a:p>
      </dgm:t>
    </dgm:pt>
    <dgm:pt modelId="{5B91458A-5055-428C-9C95-CCF0627C00E3}" type="parTrans" cxnId="{FE310C92-10DF-4873-A597-3231E8560DED}">
      <dgm:prSet/>
      <dgm:spPr/>
      <dgm:t>
        <a:bodyPr/>
        <a:lstStyle/>
        <a:p>
          <a:endParaRPr lang="en-US" sz="2000">
            <a:solidFill>
              <a:schemeClr val="tx1">
                <a:lumMod val="50000"/>
                <a:lumOff val="50000"/>
              </a:schemeClr>
            </a:solidFill>
          </a:endParaRPr>
        </a:p>
      </dgm:t>
    </dgm:pt>
    <dgm:pt modelId="{80EBEE81-F8B1-4381-8142-0A8560B57378}" type="sibTrans" cxnId="{FE310C92-10DF-4873-A597-3231E8560DED}">
      <dgm:prSet/>
      <dgm:spPr/>
      <dgm:t>
        <a:bodyPr/>
        <a:lstStyle/>
        <a:p>
          <a:endParaRPr lang="en-US" sz="2000"/>
        </a:p>
      </dgm:t>
    </dgm:pt>
    <dgm:pt modelId="{3AC42360-9558-4728-84D3-1958DB7D6435}">
      <dgm:prSet phldrT="[Text]" custT="1"/>
      <dgm:spPr/>
      <dgm:t>
        <a:bodyPr/>
        <a:lstStyle/>
        <a:p>
          <a:r>
            <a:rPr lang="en-US" sz="2000" dirty="0">
              <a:solidFill>
                <a:schemeClr val="tx1">
                  <a:lumMod val="50000"/>
                  <a:lumOff val="50000"/>
                </a:schemeClr>
              </a:solidFill>
              <a:latin typeface="Quadraat" panose="02000503060000090004" pitchFamily="2" charset="0"/>
            </a:rPr>
            <a:t>Mesenteric arterial embolism</a:t>
          </a:r>
        </a:p>
      </dgm:t>
    </dgm:pt>
    <dgm:pt modelId="{462C937D-C5D2-46D4-B994-44BB2D6789E6}" type="parTrans" cxnId="{76EF4EA1-22B4-40D8-A067-9C0F095098AB}">
      <dgm:prSet/>
      <dgm:spPr/>
      <dgm:t>
        <a:bodyPr/>
        <a:lstStyle/>
        <a:p>
          <a:endParaRPr lang="en-US" sz="2000">
            <a:solidFill>
              <a:schemeClr val="tx1">
                <a:lumMod val="50000"/>
                <a:lumOff val="50000"/>
              </a:schemeClr>
            </a:solidFill>
          </a:endParaRPr>
        </a:p>
      </dgm:t>
    </dgm:pt>
    <dgm:pt modelId="{DCC125C0-C382-4011-8C45-3F5C0783B37E}" type="sibTrans" cxnId="{76EF4EA1-22B4-40D8-A067-9C0F095098AB}">
      <dgm:prSet/>
      <dgm:spPr/>
      <dgm:t>
        <a:bodyPr/>
        <a:lstStyle/>
        <a:p>
          <a:endParaRPr lang="en-US" sz="2000"/>
        </a:p>
      </dgm:t>
    </dgm:pt>
    <dgm:pt modelId="{CE9FD2A6-8ABE-40AD-8785-33F4EC8B6B27}">
      <dgm:prSet phldrT="[Text]" custT="1"/>
      <dgm:spPr>
        <a:solidFill>
          <a:srgbClr val="FFFF00"/>
        </a:solidFill>
      </dgm:spPr>
      <dgm:t>
        <a:bodyPr/>
        <a:lstStyle/>
        <a:p>
          <a:r>
            <a:rPr lang="en-US" sz="2000" b="1" dirty="0">
              <a:solidFill>
                <a:schemeClr val="tx1"/>
              </a:solidFill>
              <a:latin typeface="Quadraat" panose="02000503060000090004" pitchFamily="2" charset="0"/>
            </a:rPr>
            <a:t>Acute mesenteric arterial thrombosis</a:t>
          </a:r>
        </a:p>
      </dgm:t>
    </dgm:pt>
    <dgm:pt modelId="{22B36BA0-808B-4B05-BF81-360F912A143D}" type="parTrans" cxnId="{A9237A95-F6C6-4698-99C6-EADFDF9635FD}">
      <dgm:prSet/>
      <dgm:spPr/>
      <dgm:t>
        <a:bodyPr/>
        <a:lstStyle/>
        <a:p>
          <a:endParaRPr lang="en-US" sz="2000">
            <a:solidFill>
              <a:schemeClr val="tx1">
                <a:lumMod val="50000"/>
                <a:lumOff val="50000"/>
              </a:schemeClr>
            </a:solidFill>
          </a:endParaRPr>
        </a:p>
      </dgm:t>
    </dgm:pt>
    <dgm:pt modelId="{DD052032-10F9-45D0-A178-2B60F51F2992}" type="sibTrans" cxnId="{A9237A95-F6C6-4698-99C6-EADFDF9635FD}">
      <dgm:prSet/>
      <dgm:spPr/>
      <dgm:t>
        <a:bodyPr/>
        <a:lstStyle/>
        <a:p>
          <a:endParaRPr lang="en-US" sz="2000"/>
        </a:p>
      </dgm:t>
    </dgm:pt>
    <dgm:pt modelId="{ED1B45D4-73D5-49ED-8C1A-5014A6F25850}">
      <dgm:prSet phldrT="[Text]" custT="1"/>
      <dgm:spPr/>
      <dgm:t>
        <a:bodyPr/>
        <a:lstStyle/>
        <a:p>
          <a:r>
            <a:rPr lang="en-US" sz="2000" dirty="0">
              <a:solidFill>
                <a:schemeClr val="tx1">
                  <a:lumMod val="50000"/>
                  <a:lumOff val="50000"/>
                </a:schemeClr>
              </a:solidFill>
              <a:latin typeface="Quadraat" panose="02000503060000090004" pitchFamily="2" charset="0"/>
            </a:rPr>
            <a:t>Mesenteric venous thrombosis</a:t>
          </a:r>
        </a:p>
      </dgm:t>
    </dgm:pt>
    <dgm:pt modelId="{54D199C9-E51E-4C6F-A6A7-796A5E01B8FE}" type="parTrans" cxnId="{EE949534-B424-4B88-BA50-0E1F494DEE35}">
      <dgm:prSet/>
      <dgm:spPr/>
      <dgm:t>
        <a:bodyPr/>
        <a:lstStyle/>
        <a:p>
          <a:endParaRPr lang="en-US" sz="2000">
            <a:solidFill>
              <a:schemeClr val="tx1">
                <a:lumMod val="50000"/>
                <a:lumOff val="50000"/>
              </a:schemeClr>
            </a:solidFill>
          </a:endParaRPr>
        </a:p>
      </dgm:t>
    </dgm:pt>
    <dgm:pt modelId="{04B33DD4-2870-427B-96E1-282293941265}" type="sibTrans" cxnId="{EE949534-B424-4B88-BA50-0E1F494DEE35}">
      <dgm:prSet/>
      <dgm:spPr/>
      <dgm:t>
        <a:bodyPr/>
        <a:lstStyle/>
        <a:p>
          <a:endParaRPr lang="en-US" sz="2000"/>
        </a:p>
      </dgm:t>
    </dgm:pt>
    <dgm:pt modelId="{70C046A8-5AEF-459C-8125-A0D3DC620D9D}">
      <dgm:prSet phldrT="[Text]" custT="1"/>
      <dgm:spPr/>
      <dgm:t>
        <a:bodyPr/>
        <a:lstStyle/>
        <a:p>
          <a:r>
            <a:rPr lang="en-US" sz="2800" dirty="0">
              <a:solidFill>
                <a:schemeClr val="tx1">
                  <a:lumMod val="50000"/>
                  <a:lumOff val="50000"/>
                </a:schemeClr>
              </a:solidFill>
              <a:latin typeface="Quadraat" panose="02000503060000090004" pitchFamily="2" charset="0"/>
            </a:rPr>
            <a:t>Venous</a:t>
          </a:r>
        </a:p>
      </dgm:t>
    </dgm:pt>
    <dgm:pt modelId="{C1FEBA00-8C48-4B95-B5FD-5582EE309891}" type="parTrans" cxnId="{410F8A6B-B524-4A58-AD74-F1E10EBB9D07}">
      <dgm:prSet/>
      <dgm:spPr/>
      <dgm:t>
        <a:bodyPr/>
        <a:lstStyle/>
        <a:p>
          <a:endParaRPr lang="en-US" sz="2000">
            <a:solidFill>
              <a:schemeClr val="tx1">
                <a:lumMod val="50000"/>
                <a:lumOff val="50000"/>
              </a:schemeClr>
            </a:solidFill>
          </a:endParaRPr>
        </a:p>
      </dgm:t>
    </dgm:pt>
    <dgm:pt modelId="{B771835E-8743-466F-B136-64771065C019}" type="sibTrans" cxnId="{410F8A6B-B524-4A58-AD74-F1E10EBB9D07}">
      <dgm:prSet/>
      <dgm:spPr/>
      <dgm:t>
        <a:bodyPr/>
        <a:lstStyle/>
        <a:p>
          <a:endParaRPr lang="en-US" sz="2000"/>
        </a:p>
      </dgm:t>
    </dgm:pt>
    <dgm:pt modelId="{560B1A24-A1DB-4EC5-B956-D151C5E0F7F5}">
      <dgm:prSet phldrT="[Text]" custT="1"/>
      <dgm:spPr/>
      <dgm:t>
        <a:bodyPr/>
        <a:lstStyle/>
        <a:p>
          <a:r>
            <a:rPr lang="en-US" sz="2800" dirty="0">
              <a:solidFill>
                <a:schemeClr val="tx1">
                  <a:lumMod val="50000"/>
                  <a:lumOff val="50000"/>
                </a:schemeClr>
              </a:solidFill>
              <a:latin typeface="Quadraat" panose="02000503060000090004" pitchFamily="2" charset="0"/>
            </a:rPr>
            <a:t>Arterial</a:t>
          </a:r>
        </a:p>
      </dgm:t>
    </dgm:pt>
    <dgm:pt modelId="{D1C14221-E95A-427E-9464-952D0E58B005}" type="parTrans" cxnId="{C7D473C4-1E9A-475A-9B1E-05B16EE845B5}">
      <dgm:prSet/>
      <dgm:spPr/>
      <dgm:t>
        <a:bodyPr/>
        <a:lstStyle/>
        <a:p>
          <a:endParaRPr lang="en-US" sz="2000">
            <a:solidFill>
              <a:schemeClr val="tx1">
                <a:lumMod val="50000"/>
                <a:lumOff val="50000"/>
              </a:schemeClr>
            </a:solidFill>
          </a:endParaRPr>
        </a:p>
      </dgm:t>
    </dgm:pt>
    <dgm:pt modelId="{17D9A1A5-2C29-4A2C-A3A2-A24AB795D56B}" type="sibTrans" cxnId="{C7D473C4-1E9A-475A-9B1E-05B16EE845B5}">
      <dgm:prSet/>
      <dgm:spPr/>
      <dgm:t>
        <a:bodyPr/>
        <a:lstStyle/>
        <a:p>
          <a:endParaRPr lang="en-US" sz="2000"/>
        </a:p>
      </dgm:t>
    </dgm:pt>
    <dgm:pt modelId="{DCDA280F-5739-4D7E-9333-CBE07BAAAEC6}">
      <dgm:prSet phldrT="[Text]" custT="1"/>
      <dgm:spPr/>
      <dgm:t>
        <a:bodyPr/>
        <a:lstStyle/>
        <a:p>
          <a:r>
            <a:rPr lang="en-US" sz="2800" b="1" dirty="0">
              <a:solidFill>
                <a:schemeClr val="tx1">
                  <a:lumMod val="50000"/>
                  <a:lumOff val="50000"/>
                </a:schemeClr>
              </a:solidFill>
              <a:latin typeface="Quadraat" panose="02000503060000090004" pitchFamily="2" charset="0"/>
            </a:rPr>
            <a:t>Acute mesenteric ischemia</a:t>
          </a:r>
        </a:p>
      </dgm:t>
    </dgm:pt>
    <dgm:pt modelId="{DDBA8420-048C-4E8C-879F-2ABC9DEA079E}" type="parTrans" cxnId="{5F47941E-DF9A-44AF-A6FD-CACDE80E2884}">
      <dgm:prSet/>
      <dgm:spPr/>
      <dgm:t>
        <a:bodyPr/>
        <a:lstStyle/>
        <a:p>
          <a:endParaRPr lang="en-US" sz="2000"/>
        </a:p>
      </dgm:t>
    </dgm:pt>
    <dgm:pt modelId="{3FBF4EEB-9B0E-4DD6-B1BC-5838EBBB7622}" type="sibTrans" cxnId="{5F47941E-DF9A-44AF-A6FD-CACDE80E2884}">
      <dgm:prSet/>
      <dgm:spPr/>
      <dgm:t>
        <a:bodyPr/>
        <a:lstStyle/>
        <a:p>
          <a:endParaRPr lang="en-US" sz="2000"/>
        </a:p>
      </dgm:t>
    </dgm:pt>
    <dgm:pt modelId="{EDCA3726-F3FF-4047-BEF4-2300B583B06E}" type="pres">
      <dgm:prSet presAssocID="{DA81F668-6660-4338-9505-5710F9B5CCB3}" presName="hierChild1" presStyleCnt="0">
        <dgm:presLayoutVars>
          <dgm:orgChart val="1"/>
          <dgm:chPref val="1"/>
          <dgm:dir/>
          <dgm:animOne val="branch"/>
          <dgm:animLvl val="lvl"/>
          <dgm:resizeHandles/>
        </dgm:presLayoutVars>
      </dgm:prSet>
      <dgm:spPr/>
    </dgm:pt>
    <dgm:pt modelId="{EC86D19E-4A54-4BE0-B31C-FD9DBD674D6B}" type="pres">
      <dgm:prSet presAssocID="{DCDA280F-5739-4D7E-9333-CBE07BAAAEC6}" presName="hierRoot1" presStyleCnt="0">
        <dgm:presLayoutVars>
          <dgm:hierBranch val="init"/>
        </dgm:presLayoutVars>
      </dgm:prSet>
      <dgm:spPr/>
    </dgm:pt>
    <dgm:pt modelId="{0699E517-654B-4ECC-B198-7AC048AE96C5}" type="pres">
      <dgm:prSet presAssocID="{DCDA280F-5739-4D7E-9333-CBE07BAAAEC6}" presName="rootComposite1" presStyleCnt="0"/>
      <dgm:spPr/>
    </dgm:pt>
    <dgm:pt modelId="{6E51110B-1B48-48A2-B622-2A0797450A08}" type="pres">
      <dgm:prSet presAssocID="{DCDA280F-5739-4D7E-9333-CBE07BAAAEC6}" presName="rootText1" presStyleLbl="node0" presStyleIdx="0" presStyleCnt="1" custScaleX="241902">
        <dgm:presLayoutVars>
          <dgm:chPref val="3"/>
        </dgm:presLayoutVars>
      </dgm:prSet>
      <dgm:spPr/>
    </dgm:pt>
    <dgm:pt modelId="{71968905-1FBA-4D49-B481-92F1D10EA11A}" type="pres">
      <dgm:prSet presAssocID="{DCDA280F-5739-4D7E-9333-CBE07BAAAEC6}" presName="rootConnector1" presStyleLbl="node1" presStyleIdx="0" presStyleCnt="0"/>
      <dgm:spPr/>
    </dgm:pt>
    <dgm:pt modelId="{0BCF5283-C5E4-4693-8A1C-2EEC17A2B552}" type="pres">
      <dgm:prSet presAssocID="{DCDA280F-5739-4D7E-9333-CBE07BAAAEC6}" presName="hierChild2" presStyleCnt="0"/>
      <dgm:spPr/>
    </dgm:pt>
    <dgm:pt modelId="{27E5BCD8-D5D9-4EBB-B5C0-A1AE3C76A3CE}" type="pres">
      <dgm:prSet presAssocID="{D1C14221-E95A-427E-9464-952D0E58B005}" presName="Name37" presStyleLbl="parChTrans1D2" presStyleIdx="0" presStyleCnt="2"/>
      <dgm:spPr/>
    </dgm:pt>
    <dgm:pt modelId="{3F813F8E-FB93-4E54-9F0C-6B4C7D4B8FB9}" type="pres">
      <dgm:prSet presAssocID="{560B1A24-A1DB-4EC5-B956-D151C5E0F7F5}" presName="hierRoot2" presStyleCnt="0">
        <dgm:presLayoutVars>
          <dgm:hierBranch val="init"/>
        </dgm:presLayoutVars>
      </dgm:prSet>
      <dgm:spPr/>
    </dgm:pt>
    <dgm:pt modelId="{0AF1124A-A517-4591-BBE5-213FA55C137F}" type="pres">
      <dgm:prSet presAssocID="{560B1A24-A1DB-4EC5-B956-D151C5E0F7F5}" presName="rootComposite" presStyleCnt="0"/>
      <dgm:spPr/>
    </dgm:pt>
    <dgm:pt modelId="{BC96FFD2-D653-4557-A25D-6B6B29FB734B}" type="pres">
      <dgm:prSet presAssocID="{560B1A24-A1DB-4EC5-B956-D151C5E0F7F5}" presName="rootText" presStyleLbl="node2" presStyleIdx="0" presStyleCnt="2">
        <dgm:presLayoutVars>
          <dgm:chPref val="3"/>
        </dgm:presLayoutVars>
      </dgm:prSet>
      <dgm:spPr/>
    </dgm:pt>
    <dgm:pt modelId="{7A83F1FA-7AE4-43F2-881C-D48197E15C71}" type="pres">
      <dgm:prSet presAssocID="{560B1A24-A1DB-4EC5-B956-D151C5E0F7F5}" presName="rootConnector" presStyleLbl="node2" presStyleIdx="0" presStyleCnt="2"/>
      <dgm:spPr/>
    </dgm:pt>
    <dgm:pt modelId="{B2BAAE8A-EC4B-4287-9CEA-A86EED9B191B}" type="pres">
      <dgm:prSet presAssocID="{560B1A24-A1DB-4EC5-B956-D151C5E0F7F5}" presName="hierChild4" presStyleCnt="0"/>
      <dgm:spPr/>
    </dgm:pt>
    <dgm:pt modelId="{AF7B43FE-4E06-4FF4-A71C-508476DABC31}" type="pres">
      <dgm:prSet presAssocID="{DA162F44-C34E-4993-A1CB-4AB59754798C}" presName="Name37" presStyleLbl="parChTrans1D3" presStyleIdx="0" presStyleCnt="3"/>
      <dgm:spPr/>
    </dgm:pt>
    <dgm:pt modelId="{60F57CD7-C9C6-46EC-A23B-1A4B3DF57A44}" type="pres">
      <dgm:prSet presAssocID="{D2125D0D-BBDE-4EA8-AC21-E2D902D0DC61}" presName="hierRoot2" presStyleCnt="0">
        <dgm:presLayoutVars>
          <dgm:hierBranch val="init"/>
        </dgm:presLayoutVars>
      </dgm:prSet>
      <dgm:spPr/>
    </dgm:pt>
    <dgm:pt modelId="{742E86C9-4C21-4A66-A143-AA3A85D6A4DA}" type="pres">
      <dgm:prSet presAssocID="{D2125D0D-BBDE-4EA8-AC21-E2D902D0DC61}" presName="rootComposite" presStyleCnt="0"/>
      <dgm:spPr/>
    </dgm:pt>
    <dgm:pt modelId="{C28E1A03-0B26-413D-A2B7-C9F5B7ABF5CA}" type="pres">
      <dgm:prSet presAssocID="{D2125D0D-BBDE-4EA8-AC21-E2D902D0DC61}" presName="rootText" presStyleLbl="node3" presStyleIdx="0" presStyleCnt="3">
        <dgm:presLayoutVars>
          <dgm:chPref val="3"/>
        </dgm:presLayoutVars>
      </dgm:prSet>
      <dgm:spPr/>
    </dgm:pt>
    <dgm:pt modelId="{6766FBC6-5DD2-41FC-8E2F-0A8064E0910A}" type="pres">
      <dgm:prSet presAssocID="{D2125D0D-BBDE-4EA8-AC21-E2D902D0DC61}" presName="rootConnector" presStyleLbl="node3" presStyleIdx="0" presStyleCnt="3"/>
      <dgm:spPr/>
    </dgm:pt>
    <dgm:pt modelId="{F6B65E2D-5973-487E-B673-1D9A250EC979}" type="pres">
      <dgm:prSet presAssocID="{D2125D0D-BBDE-4EA8-AC21-E2D902D0DC61}" presName="hierChild4" presStyleCnt="0"/>
      <dgm:spPr/>
    </dgm:pt>
    <dgm:pt modelId="{799CDC6E-DB47-41E3-ADC9-52F7F74364D4}" type="pres">
      <dgm:prSet presAssocID="{D2125D0D-BBDE-4EA8-AC21-E2D902D0DC61}" presName="hierChild5" presStyleCnt="0"/>
      <dgm:spPr/>
    </dgm:pt>
    <dgm:pt modelId="{4425C75A-3D78-4BF6-ADF2-6AF80D8EEC38}" type="pres">
      <dgm:prSet presAssocID="{5B91458A-5055-428C-9C95-CCF0627C00E3}" presName="Name37" presStyleLbl="parChTrans1D3" presStyleIdx="1" presStyleCnt="3"/>
      <dgm:spPr/>
    </dgm:pt>
    <dgm:pt modelId="{9E1BECD4-31C0-41A7-A56C-8B43EB4A14D7}" type="pres">
      <dgm:prSet presAssocID="{D123ED3D-5979-484B-94FF-C241CA3644AA}" presName="hierRoot2" presStyleCnt="0">
        <dgm:presLayoutVars>
          <dgm:hierBranch val="init"/>
        </dgm:presLayoutVars>
      </dgm:prSet>
      <dgm:spPr/>
    </dgm:pt>
    <dgm:pt modelId="{E5485E20-CCBD-472C-84AB-8D00FF16A0A8}" type="pres">
      <dgm:prSet presAssocID="{D123ED3D-5979-484B-94FF-C241CA3644AA}" presName="rootComposite" presStyleCnt="0"/>
      <dgm:spPr/>
    </dgm:pt>
    <dgm:pt modelId="{B3591140-851A-4245-8047-0739084F610D}" type="pres">
      <dgm:prSet presAssocID="{D123ED3D-5979-484B-94FF-C241CA3644AA}" presName="rootText" presStyleLbl="node3" presStyleIdx="1" presStyleCnt="3">
        <dgm:presLayoutVars>
          <dgm:chPref val="3"/>
        </dgm:presLayoutVars>
      </dgm:prSet>
      <dgm:spPr/>
    </dgm:pt>
    <dgm:pt modelId="{8AAD002A-C92A-4A06-9AA2-B549275E595F}" type="pres">
      <dgm:prSet presAssocID="{D123ED3D-5979-484B-94FF-C241CA3644AA}" presName="rootConnector" presStyleLbl="node3" presStyleIdx="1" presStyleCnt="3"/>
      <dgm:spPr/>
    </dgm:pt>
    <dgm:pt modelId="{CC3BE619-4C63-4A23-AB80-B9E26BA1BBC2}" type="pres">
      <dgm:prSet presAssocID="{D123ED3D-5979-484B-94FF-C241CA3644AA}" presName="hierChild4" presStyleCnt="0"/>
      <dgm:spPr/>
    </dgm:pt>
    <dgm:pt modelId="{30AC7F5C-041A-4062-A27E-E3DD49A0569C}" type="pres">
      <dgm:prSet presAssocID="{462C937D-C5D2-46D4-B994-44BB2D6789E6}" presName="Name37" presStyleLbl="parChTrans1D4" presStyleIdx="0" presStyleCnt="2"/>
      <dgm:spPr/>
    </dgm:pt>
    <dgm:pt modelId="{99443272-9FFB-4DDD-8352-607A143159D1}" type="pres">
      <dgm:prSet presAssocID="{3AC42360-9558-4728-84D3-1958DB7D6435}" presName="hierRoot2" presStyleCnt="0">
        <dgm:presLayoutVars>
          <dgm:hierBranch val="init"/>
        </dgm:presLayoutVars>
      </dgm:prSet>
      <dgm:spPr/>
    </dgm:pt>
    <dgm:pt modelId="{807361F4-E838-4225-B1D6-209599AEF8A8}" type="pres">
      <dgm:prSet presAssocID="{3AC42360-9558-4728-84D3-1958DB7D6435}" presName="rootComposite" presStyleCnt="0"/>
      <dgm:spPr/>
    </dgm:pt>
    <dgm:pt modelId="{1BA6180D-4D1C-4035-B32F-F27C81B88C0C}" type="pres">
      <dgm:prSet presAssocID="{3AC42360-9558-4728-84D3-1958DB7D6435}" presName="rootText" presStyleLbl="node4" presStyleIdx="0" presStyleCnt="2">
        <dgm:presLayoutVars>
          <dgm:chPref val="3"/>
        </dgm:presLayoutVars>
      </dgm:prSet>
      <dgm:spPr/>
    </dgm:pt>
    <dgm:pt modelId="{EDD202BD-3D36-4B5A-8EB0-20AB1275FA74}" type="pres">
      <dgm:prSet presAssocID="{3AC42360-9558-4728-84D3-1958DB7D6435}" presName="rootConnector" presStyleLbl="node4" presStyleIdx="0" presStyleCnt="2"/>
      <dgm:spPr/>
    </dgm:pt>
    <dgm:pt modelId="{423EE6E8-9EE1-4F64-A6A4-642F76AE69BC}" type="pres">
      <dgm:prSet presAssocID="{3AC42360-9558-4728-84D3-1958DB7D6435}" presName="hierChild4" presStyleCnt="0"/>
      <dgm:spPr/>
    </dgm:pt>
    <dgm:pt modelId="{C25AB805-61EE-4E1E-83F3-9852900427CA}" type="pres">
      <dgm:prSet presAssocID="{3AC42360-9558-4728-84D3-1958DB7D6435}" presName="hierChild5" presStyleCnt="0"/>
      <dgm:spPr/>
    </dgm:pt>
    <dgm:pt modelId="{4314AF83-DA9F-4261-B432-357C2D898E12}" type="pres">
      <dgm:prSet presAssocID="{22B36BA0-808B-4B05-BF81-360F912A143D}" presName="Name37" presStyleLbl="parChTrans1D4" presStyleIdx="1" presStyleCnt="2"/>
      <dgm:spPr/>
    </dgm:pt>
    <dgm:pt modelId="{27244AB9-A801-4EC6-8195-99846D1E8C54}" type="pres">
      <dgm:prSet presAssocID="{CE9FD2A6-8ABE-40AD-8785-33F4EC8B6B27}" presName="hierRoot2" presStyleCnt="0">
        <dgm:presLayoutVars>
          <dgm:hierBranch val="init"/>
        </dgm:presLayoutVars>
      </dgm:prSet>
      <dgm:spPr/>
    </dgm:pt>
    <dgm:pt modelId="{5FD4A847-8800-4561-8576-1DDC093FFA64}" type="pres">
      <dgm:prSet presAssocID="{CE9FD2A6-8ABE-40AD-8785-33F4EC8B6B27}" presName="rootComposite" presStyleCnt="0"/>
      <dgm:spPr/>
    </dgm:pt>
    <dgm:pt modelId="{527EB5DC-0A5F-4AB6-9DE6-A35B570AC4C3}" type="pres">
      <dgm:prSet presAssocID="{CE9FD2A6-8ABE-40AD-8785-33F4EC8B6B27}" presName="rootText" presStyleLbl="node4" presStyleIdx="1" presStyleCnt="2">
        <dgm:presLayoutVars>
          <dgm:chPref val="3"/>
        </dgm:presLayoutVars>
      </dgm:prSet>
      <dgm:spPr/>
    </dgm:pt>
    <dgm:pt modelId="{4125E3AD-7669-4FB3-BB9E-4159770B756C}" type="pres">
      <dgm:prSet presAssocID="{CE9FD2A6-8ABE-40AD-8785-33F4EC8B6B27}" presName="rootConnector" presStyleLbl="node4" presStyleIdx="1" presStyleCnt="2"/>
      <dgm:spPr/>
    </dgm:pt>
    <dgm:pt modelId="{DBF324D0-7030-4CD5-89E5-AEC0E3BBBA65}" type="pres">
      <dgm:prSet presAssocID="{CE9FD2A6-8ABE-40AD-8785-33F4EC8B6B27}" presName="hierChild4" presStyleCnt="0"/>
      <dgm:spPr/>
    </dgm:pt>
    <dgm:pt modelId="{4834D67C-BDAA-46B5-A510-7F97ADFF2FF7}" type="pres">
      <dgm:prSet presAssocID="{CE9FD2A6-8ABE-40AD-8785-33F4EC8B6B27}" presName="hierChild5" presStyleCnt="0"/>
      <dgm:spPr/>
    </dgm:pt>
    <dgm:pt modelId="{8736F242-42FF-4932-A067-F76B6C9E4418}" type="pres">
      <dgm:prSet presAssocID="{D123ED3D-5979-484B-94FF-C241CA3644AA}" presName="hierChild5" presStyleCnt="0"/>
      <dgm:spPr/>
    </dgm:pt>
    <dgm:pt modelId="{C3E8B625-7D80-4A71-A048-B131D2373C35}" type="pres">
      <dgm:prSet presAssocID="{560B1A24-A1DB-4EC5-B956-D151C5E0F7F5}" presName="hierChild5" presStyleCnt="0"/>
      <dgm:spPr/>
    </dgm:pt>
    <dgm:pt modelId="{BD96C38C-3171-4E2B-BA5E-91FA0F8F0690}" type="pres">
      <dgm:prSet presAssocID="{C1FEBA00-8C48-4B95-B5FD-5582EE309891}" presName="Name37" presStyleLbl="parChTrans1D2" presStyleIdx="1" presStyleCnt="2"/>
      <dgm:spPr/>
    </dgm:pt>
    <dgm:pt modelId="{4F4CDC77-794D-45BD-9F36-A0E8763BFE71}" type="pres">
      <dgm:prSet presAssocID="{70C046A8-5AEF-459C-8125-A0D3DC620D9D}" presName="hierRoot2" presStyleCnt="0">
        <dgm:presLayoutVars>
          <dgm:hierBranch val="init"/>
        </dgm:presLayoutVars>
      </dgm:prSet>
      <dgm:spPr/>
    </dgm:pt>
    <dgm:pt modelId="{CD817C1B-5E68-40AF-BFDA-854A2F600C91}" type="pres">
      <dgm:prSet presAssocID="{70C046A8-5AEF-459C-8125-A0D3DC620D9D}" presName="rootComposite" presStyleCnt="0"/>
      <dgm:spPr/>
    </dgm:pt>
    <dgm:pt modelId="{FCD27D05-907F-498F-8647-8627EB611724}" type="pres">
      <dgm:prSet presAssocID="{70C046A8-5AEF-459C-8125-A0D3DC620D9D}" presName="rootText" presStyleLbl="node2" presStyleIdx="1" presStyleCnt="2">
        <dgm:presLayoutVars>
          <dgm:chPref val="3"/>
        </dgm:presLayoutVars>
      </dgm:prSet>
      <dgm:spPr/>
    </dgm:pt>
    <dgm:pt modelId="{B986B3FA-120C-4D49-8711-50C3DB8772C6}" type="pres">
      <dgm:prSet presAssocID="{70C046A8-5AEF-459C-8125-A0D3DC620D9D}" presName="rootConnector" presStyleLbl="node2" presStyleIdx="1" presStyleCnt="2"/>
      <dgm:spPr/>
    </dgm:pt>
    <dgm:pt modelId="{07DCC18B-BDB4-4FC1-AD0D-4F6CB88B92C2}" type="pres">
      <dgm:prSet presAssocID="{70C046A8-5AEF-459C-8125-A0D3DC620D9D}" presName="hierChild4" presStyleCnt="0"/>
      <dgm:spPr/>
    </dgm:pt>
    <dgm:pt modelId="{C5865521-F364-45CA-B50F-25CF9C2E315B}" type="pres">
      <dgm:prSet presAssocID="{54D199C9-E51E-4C6F-A6A7-796A5E01B8FE}" presName="Name37" presStyleLbl="parChTrans1D3" presStyleIdx="2" presStyleCnt="3"/>
      <dgm:spPr/>
    </dgm:pt>
    <dgm:pt modelId="{D6493B43-3FB9-47CA-BA42-AB08EEFB89B1}" type="pres">
      <dgm:prSet presAssocID="{ED1B45D4-73D5-49ED-8C1A-5014A6F25850}" presName="hierRoot2" presStyleCnt="0">
        <dgm:presLayoutVars>
          <dgm:hierBranch val="init"/>
        </dgm:presLayoutVars>
      </dgm:prSet>
      <dgm:spPr/>
    </dgm:pt>
    <dgm:pt modelId="{1624860F-03EB-4938-8636-F759FC162A82}" type="pres">
      <dgm:prSet presAssocID="{ED1B45D4-73D5-49ED-8C1A-5014A6F25850}" presName="rootComposite" presStyleCnt="0"/>
      <dgm:spPr/>
    </dgm:pt>
    <dgm:pt modelId="{A0D74BA0-8043-4424-94FF-3A2ACAC8977D}" type="pres">
      <dgm:prSet presAssocID="{ED1B45D4-73D5-49ED-8C1A-5014A6F25850}" presName="rootText" presStyleLbl="node3" presStyleIdx="2" presStyleCnt="3">
        <dgm:presLayoutVars>
          <dgm:chPref val="3"/>
        </dgm:presLayoutVars>
      </dgm:prSet>
      <dgm:spPr/>
    </dgm:pt>
    <dgm:pt modelId="{96269BDD-679D-41A8-9766-11194BEF53EE}" type="pres">
      <dgm:prSet presAssocID="{ED1B45D4-73D5-49ED-8C1A-5014A6F25850}" presName="rootConnector" presStyleLbl="node3" presStyleIdx="2" presStyleCnt="3"/>
      <dgm:spPr/>
    </dgm:pt>
    <dgm:pt modelId="{CD42EF22-2F2D-4869-B63C-71453500FE29}" type="pres">
      <dgm:prSet presAssocID="{ED1B45D4-73D5-49ED-8C1A-5014A6F25850}" presName="hierChild4" presStyleCnt="0"/>
      <dgm:spPr/>
    </dgm:pt>
    <dgm:pt modelId="{BC5A0FA2-5724-40D3-82F2-4E34826CD809}" type="pres">
      <dgm:prSet presAssocID="{ED1B45D4-73D5-49ED-8C1A-5014A6F25850}" presName="hierChild5" presStyleCnt="0"/>
      <dgm:spPr/>
    </dgm:pt>
    <dgm:pt modelId="{03A58FFA-2BC7-4E64-B8FA-1D8F28E08280}" type="pres">
      <dgm:prSet presAssocID="{70C046A8-5AEF-459C-8125-A0D3DC620D9D}" presName="hierChild5" presStyleCnt="0"/>
      <dgm:spPr/>
    </dgm:pt>
    <dgm:pt modelId="{53BBB12F-BB72-407E-8876-66CE10CD9AAF}" type="pres">
      <dgm:prSet presAssocID="{DCDA280F-5739-4D7E-9333-CBE07BAAAEC6}" presName="hierChild3" presStyleCnt="0"/>
      <dgm:spPr/>
    </dgm:pt>
  </dgm:ptLst>
  <dgm:cxnLst>
    <dgm:cxn modelId="{DAC78D14-29D0-4457-99C9-DC43ED8ABC1A}" type="presOf" srcId="{5B91458A-5055-428C-9C95-CCF0627C00E3}" destId="{4425C75A-3D78-4BF6-ADF2-6AF80D8EEC38}" srcOrd="0" destOrd="0" presId="urn:microsoft.com/office/officeart/2005/8/layout/orgChart1"/>
    <dgm:cxn modelId="{AEC56616-6C85-45FC-B5FF-063C05D7D411}" srcId="{560B1A24-A1DB-4EC5-B956-D151C5E0F7F5}" destId="{D2125D0D-BBDE-4EA8-AC21-E2D902D0DC61}" srcOrd="0" destOrd="0" parTransId="{DA162F44-C34E-4993-A1CB-4AB59754798C}" sibTransId="{A05480AD-4211-4BA8-853B-0A730544C77B}"/>
    <dgm:cxn modelId="{5F47941E-DF9A-44AF-A6FD-CACDE80E2884}" srcId="{DA81F668-6660-4338-9505-5710F9B5CCB3}" destId="{DCDA280F-5739-4D7E-9333-CBE07BAAAEC6}" srcOrd="0" destOrd="0" parTransId="{DDBA8420-048C-4E8C-879F-2ABC9DEA079E}" sibTransId="{3FBF4EEB-9B0E-4DD6-B1BC-5838EBBB7622}"/>
    <dgm:cxn modelId="{EE949534-B424-4B88-BA50-0E1F494DEE35}" srcId="{70C046A8-5AEF-459C-8125-A0D3DC620D9D}" destId="{ED1B45D4-73D5-49ED-8C1A-5014A6F25850}" srcOrd="0" destOrd="0" parTransId="{54D199C9-E51E-4C6F-A6A7-796A5E01B8FE}" sibTransId="{04B33DD4-2870-427B-96E1-282293941265}"/>
    <dgm:cxn modelId="{06649C34-3C7C-4DF1-BC48-1B9988FB51B9}" type="presOf" srcId="{C1FEBA00-8C48-4B95-B5FD-5582EE309891}" destId="{BD96C38C-3171-4E2B-BA5E-91FA0F8F0690}" srcOrd="0" destOrd="0" presId="urn:microsoft.com/office/officeart/2005/8/layout/orgChart1"/>
    <dgm:cxn modelId="{B9F17236-94B4-4D59-948E-7CDFA57A2582}" type="presOf" srcId="{ED1B45D4-73D5-49ED-8C1A-5014A6F25850}" destId="{96269BDD-679D-41A8-9766-11194BEF53EE}" srcOrd="1" destOrd="0" presId="urn:microsoft.com/office/officeart/2005/8/layout/orgChart1"/>
    <dgm:cxn modelId="{4346B14D-3CFA-4F5E-BE99-D7DE5E76C3AB}" type="presOf" srcId="{CE9FD2A6-8ABE-40AD-8785-33F4EC8B6B27}" destId="{527EB5DC-0A5F-4AB6-9DE6-A35B570AC4C3}" srcOrd="0" destOrd="0" presId="urn:microsoft.com/office/officeart/2005/8/layout/orgChart1"/>
    <dgm:cxn modelId="{24115A5F-1E29-4F6D-966F-35E942E62ECD}" type="presOf" srcId="{D123ED3D-5979-484B-94FF-C241CA3644AA}" destId="{B3591140-851A-4245-8047-0739084F610D}" srcOrd="0" destOrd="0" presId="urn:microsoft.com/office/officeart/2005/8/layout/orgChart1"/>
    <dgm:cxn modelId="{410F8A6B-B524-4A58-AD74-F1E10EBB9D07}" srcId="{DCDA280F-5739-4D7E-9333-CBE07BAAAEC6}" destId="{70C046A8-5AEF-459C-8125-A0D3DC620D9D}" srcOrd="1" destOrd="0" parTransId="{C1FEBA00-8C48-4B95-B5FD-5582EE309891}" sibTransId="{B771835E-8743-466F-B136-64771065C019}"/>
    <dgm:cxn modelId="{DBBE0078-0B5C-41E1-BBE3-502C22E751DF}" type="presOf" srcId="{462C937D-C5D2-46D4-B994-44BB2D6789E6}" destId="{30AC7F5C-041A-4062-A27E-E3DD49A0569C}" srcOrd="0" destOrd="0" presId="urn:microsoft.com/office/officeart/2005/8/layout/orgChart1"/>
    <dgm:cxn modelId="{5AD82988-9BDA-4831-BD46-790C808D8DAC}" type="presOf" srcId="{70C046A8-5AEF-459C-8125-A0D3DC620D9D}" destId="{FCD27D05-907F-498F-8647-8627EB611724}" srcOrd="0" destOrd="0" presId="urn:microsoft.com/office/officeart/2005/8/layout/orgChart1"/>
    <dgm:cxn modelId="{FE310C92-10DF-4873-A597-3231E8560DED}" srcId="{560B1A24-A1DB-4EC5-B956-D151C5E0F7F5}" destId="{D123ED3D-5979-484B-94FF-C241CA3644AA}" srcOrd="1" destOrd="0" parTransId="{5B91458A-5055-428C-9C95-CCF0627C00E3}" sibTransId="{80EBEE81-F8B1-4381-8142-0A8560B57378}"/>
    <dgm:cxn modelId="{850E2195-02FC-443D-B8AD-AA7403A71773}" type="presOf" srcId="{3AC42360-9558-4728-84D3-1958DB7D6435}" destId="{1BA6180D-4D1C-4035-B32F-F27C81B88C0C}" srcOrd="0" destOrd="0" presId="urn:microsoft.com/office/officeart/2005/8/layout/orgChart1"/>
    <dgm:cxn modelId="{A9237A95-F6C6-4698-99C6-EADFDF9635FD}" srcId="{D123ED3D-5979-484B-94FF-C241CA3644AA}" destId="{CE9FD2A6-8ABE-40AD-8785-33F4EC8B6B27}" srcOrd="1" destOrd="0" parTransId="{22B36BA0-808B-4B05-BF81-360F912A143D}" sibTransId="{DD052032-10F9-45D0-A178-2B60F51F2992}"/>
    <dgm:cxn modelId="{76EF4EA1-22B4-40D8-A067-9C0F095098AB}" srcId="{D123ED3D-5979-484B-94FF-C241CA3644AA}" destId="{3AC42360-9558-4728-84D3-1958DB7D6435}" srcOrd="0" destOrd="0" parTransId="{462C937D-C5D2-46D4-B994-44BB2D6789E6}" sibTransId="{DCC125C0-C382-4011-8C45-3F5C0783B37E}"/>
    <dgm:cxn modelId="{22EA96A1-ACE0-496E-90D5-545561DFEFF6}" type="presOf" srcId="{D2125D0D-BBDE-4EA8-AC21-E2D902D0DC61}" destId="{C28E1A03-0B26-413D-A2B7-C9F5B7ABF5CA}" srcOrd="0" destOrd="0" presId="urn:microsoft.com/office/officeart/2005/8/layout/orgChart1"/>
    <dgm:cxn modelId="{C83AEDA4-71F0-4068-B698-461780ECCDDC}" type="presOf" srcId="{CE9FD2A6-8ABE-40AD-8785-33F4EC8B6B27}" destId="{4125E3AD-7669-4FB3-BB9E-4159770B756C}" srcOrd="1" destOrd="0" presId="urn:microsoft.com/office/officeart/2005/8/layout/orgChart1"/>
    <dgm:cxn modelId="{E1EE4FA7-37D7-4D5C-BB54-91072BB2644C}" type="presOf" srcId="{DCDA280F-5739-4D7E-9333-CBE07BAAAEC6}" destId="{6E51110B-1B48-48A2-B622-2A0797450A08}" srcOrd="0" destOrd="0" presId="urn:microsoft.com/office/officeart/2005/8/layout/orgChart1"/>
    <dgm:cxn modelId="{7E5132B0-AC9F-494F-883C-C5C1404AC51A}" type="presOf" srcId="{3AC42360-9558-4728-84D3-1958DB7D6435}" destId="{EDD202BD-3D36-4B5A-8EB0-20AB1275FA74}" srcOrd="1" destOrd="0" presId="urn:microsoft.com/office/officeart/2005/8/layout/orgChart1"/>
    <dgm:cxn modelId="{B67AA2B8-7414-4E76-94F0-6A752642BC09}" type="presOf" srcId="{560B1A24-A1DB-4EC5-B956-D151C5E0F7F5}" destId="{BC96FFD2-D653-4557-A25D-6B6B29FB734B}" srcOrd="0" destOrd="0" presId="urn:microsoft.com/office/officeart/2005/8/layout/orgChart1"/>
    <dgm:cxn modelId="{C7D473C4-1E9A-475A-9B1E-05B16EE845B5}" srcId="{DCDA280F-5739-4D7E-9333-CBE07BAAAEC6}" destId="{560B1A24-A1DB-4EC5-B956-D151C5E0F7F5}" srcOrd="0" destOrd="0" parTransId="{D1C14221-E95A-427E-9464-952D0E58B005}" sibTransId="{17D9A1A5-2C29-4A2C-A3A2-A24AB795D56B}"/>
    <dgm:cxn modelId="{E50214C6-9E07-49AA-92BB-1EB53AB9820E}" type="presOf" srcId="{DA81F668-6660-4338-9505-5710F9B5CCB3}" destId="{EDCA3726-F3FF-4047-BEF4-2300B583B06E}" srcOrd="0" destOrd="0" presId="urn:microsoft.com/office/officeart/2005/8/layout/orgChart1"/>
    <dgm:cxn modelId="{8C80C6CC-C008-4DFA-B463-34BECD9C32AC}" type="presOf" srcId="{560B1A24-A1DB-4EC5-B956-D151C5E0F7F5}" destId="{7A83F1FA-7AE4-43F2-881C-D48197E15C71}" srcOrd="1" destOrd="0" presId="urn:microsoft.com/office/officeart/2005/8/layout/orgChart1"/>
    <dgm:cxn modelId="{A03B40D2-007B-4FFE-B080-97AA396CC2C9}" type="presOf" srcId="{DCDA280F-5739-4D7E-9333-CBE07BAAAEC6}" destId="{71968905-1FBA-4D49-B481-92F1D10EA11A}" srcOrd="1" destOrd="0" presId="urn:microsoft.com/office/officeart/2005/8/layout/orgChart1"/>
    <dgm:cxn modelId="{2E9F60E1-BA8A-4162-BABE-332B237D9DDF}" type="presOf" srcId="{22B36BA0-808B-4B05-BF81-360F912A143D}" destId="{4314AF83-DA9F-4261-B432-357C2D898E12}" srcOrd="0" destOrd="0" presId="urn:microsoft.com/office/officeart/2005/8/layout/orgChart1"/>
    <dgm:cxn modelId="{EFF164E2-D2C0-46D8-9FEF-6F84F5CC58D9}" type="presOf" srcId="{70C046A8-5AEF-459C-8125-A0D3DC620D9D}" destId="{B986B3FA-120C-4D49-8711-50C3DB8772C6}" srcOrd="1" destOrd="0" presId="urn:microsoft.com/office/officeart/2005/8/layout/orgChart1"/>
    <dgm:cxn modelId="{131841E4-DCF7-486F-B448-71E595AB99E7}" type="presOf" srcId="{D1C14221-E95A-427E-9464-952D0E58B005}" destId="{27E5BCD8-D5D9-4EBB-B5C0-A1AE3C76A3CE}" srcOrd="0" destOrd="0" presId="urn:microsoft.com/office/officeart/2005/8/layout/orgChart1"/>
    <dgm:cxn modelId="{8191D5F2-D718-4BB2-A537-9086CDB7930B}" type="presOf" srcId="{ED1B45D4-73D5-49ED-8C1A-5014A6F25850}" destId="{A0D74BA0-8043-4424-94FF-3A2ACAC8977D}" srcOrd="0" destOrd="0" presId="urn:microsoft.com/office/officeart/2005/8/layout/orgChart1"/>
    <dgm:cxn modelId="{120BFCF7-0F22-40F8-9114-1AD9D6CC2EC9}" type="presOf" srcId="{DA162F44-C34E-4993-A1CB-4AB59754798C}" destId="{AF7B43FE-4E06-4FF4-A71C-508476DABC31}" srcOrd="0" destOrd="0" presId="urn:microsoft.com/office/officeart/2005/8/layout/orgChart1"/>
    <dgm:cxn modelId="{287442FB-47A2-4236-B3D8-890C9287E9EA}" type="presOf" srcId="{54D199C9-E51E-4C6F-A6A7-796A5E01B8FE}" destId="{C5865521-F364-45CA-B50F-25CF9C2E315B}" srcOrd="0" destOrd="0" presId="urn:microsoft.com/office/officeart/2005/8/layout/orgChart1"/>
    <dgm:cxn modelId="{B6B22FFE-9F65-4720-8A27-BBB10930C089}" type="presOf" srcId="{D123ED3D-5979-484B-94FF-C241CA3644AA}" destId="{8AAD002A-C92A-4A06-9AA2-B549275E595F}" srcOrd="1" destOrd="0" presId="urn:microsoft.com/office/officeart/2005/8/layout/orgChart1"/>
    <dgm:cxn modelId="{E7CE46FE-9C5B-4EAC-A932-BD75CE8FECC6}" type="presOf" srcId="{D2125D0D-BBDE-4EA8-AC21-E2D902D0DC61}" destId="{6766FBC6-5DD2-41FC-8E2F-0A8064E0910A}" srcOrd="1" destOrd="0" presId="urn:microsoft.com/office/officeart/2005/8/layout/orgChart1"/>
    <dgm:cxn modelId="{8637C653-1BB7-4E26-A2E2-D4FB4F6C5515}" type="presParOf" srcId="{EDCA3726-F3FF-4047-BEF4-2300B583B06E}" destId="{EC86D19E-4A54-4BE0-B31C-FD9DBD674D6B}" srcOrd="0" destOrd="0" presId="urn:microsoft.com/office/officeart/2005/8/layout/orgChart1"/>
    <dgm:cxn modelId="{2893A949-FBB8-4A82-86D3-94BE740B544C}" type="presParOf" srcId="{EC86D19E-4A54-4BE0-B31C-FD9DBD674D6B}" destId="{0699E517-654B-4ECC-B198-7AC048AE96C5}" srcOrd="0" destOrd="0" presId="urn:microsoft.com/office/officeart/2005/8/layout/orgChart1"/>
    <dgm:cxn modelId="{660E6FBE-3827-4395-9C05-57E107DCF72B}" type="presParOf" srcId="{0699E517-654B-4ECC-B198-7AC048AE96C5}" destId="{6E51110B-1B48-48A2-B622-2A0797450A08}" srcOrd="0" destOrd="0" presId="urn:microsoft.com/office/officeart/2005/8/layout/orgChart1"/>
    <dgm:cxn modelId="{B66C9BD9-01D8-4743-9D7F-21889E3C4898}" type="presParOf" srcId="{0699E517-654B-4ECC-B198-7AC048AE96C5}" destId="{71968905-1FBA-4D49-B481-92F1D10EA11A}" srcOrd="1" destOrd="0" presId="urn:microsoft.com/office/officeart/2005/8/layout/orgChart1"/>
    <dgm:cxn modelId="{984C9573-A65C-408E-8B9B-98605E523E54}" type="presParOf" srcId="{EC86D19E-4A54-4BE0-B31C-FD9DBD674D6B}" destId="{0BCF5283-C5E4-4693-8A1C-2EEC17A2B552}" srcOrd="1" destOrd="0" presId="urn:microsoft.com/office/officeart/2005/8/layout/orgChart1"/>
    <dgm:cxn modelId="{52326B11-4616-44CE-B902-5DFC52DA5061}" type="presParOf" srcId="{0BCF5283-C5E4-4693-8A1C-2EEC17A2B552}" destId="{27E5BCD8-D5D9-4EBB-B5C0-A1AE3C76A3CE}" srcOrd="0" destOrd="0" presId="urn:microsoft.com/office/officeart/2005/8/layout/orgChart1"/>
    <dgm:cxn modelId="{95C6C589-9F46-43C5-B50A-71DB4DAE48E6}" type="presParOf" srcId="{0BCF5283-C5E4-4693-8A1C-2EEC17A2B552}" destId="{3F813F8E-FB93-4E54-9F0C-6B4C7D4B8FB9}" srcOrd="1" destOrd="0" presId="urn:microsoft.com/office/officeart/2005/8/layout/orgChart1"/>
    <dgm:cxn modelId="{001FEFB0-00AF-4DFB-9474-17EACB88699F}" type="presParOf" srcId="{3F813F8E-FB93-4E54-9F0C-6B4C7D4B8FB9}" destId="{0AF1124A-A517-4591-BBE5-213FA55C137F}" srcOrd="0" destOrd="0" presId="urn:microsoft.com/office/officeart/2005/8/layout/orgChart1"/>
    <dgm:cxn modelId="{FC58EB4D-AFF1-406D-9A4D-738C1D2A121B}" type="presParOf" srcId="{0AF1124A-A517-4591-BBE5-213FA55C137F}" destId="{BC96FFD2-D653-4557-A25D-6B6B29FB734B}" srcOrd="0" destOrd="0" presId="urn:microsoft.com/office/officeart/2005/8/layout/orgChart1"/>
    <dgm:cxn modelId="{A4F561A5-FA55-42FE-AA7D-07D500C04A18}" type="presParOf" srcId="{0AF1124A-A517-4591-BBE5-213FA55C137F}" destId="{7A83F1FA-7AE4-43F2-881C-D48197E15C71}" srcOrd="1" destOrd="0" presId="urn:microsoft.com/office/officeart/2005/8/layout/orgChart1"/>
    <dgm:cxn modelId="{713DD6CD-2191-4D75-A542-A5B9A6CC02E6}" type="presParOf" srcId="{3F813F8E-FB93-4E54-9F0C-6B4C7D4B8FB9}" destId="{B2BAAE8A-EC4B-4287-9CEA-A86EED9B191B}" srcOrd="1" destOrd="0" presId="urn:microsoft.com/office/officeart/2005/8/layout/orgChart1"/>
    <dgm:cxn modelId="{358B2D60-692A-4176-9DED-3FA2F4776A9F}" type="presParOf" srcId="{B2BAAE8A-EC4B-4287-9CEA-A86EED9B191B}" destId="{AF7B43FE-4E06-4FF4-A71C-508476DABC31}" srcOrd="0" destOrd="0" presId="urn:microsoft.com/office/officeart/2005/8/layout/orgChart1"/>
    <dgm:cxn modelId="{D0C3870D-E4E8-409F-B5B2-8D0AF3DCD873}" type="presParOf" srcId="{B2BAAE8A-EC4B-4287-9CEA-A86EED9B191B}" destId="{60F57CD7-C9C6-46EC-A23B-1A4B3DF57A44}" srcOrd="1" destOrd="0" presId="urn:microsoft.com/office/officeart/2005/8/layout/orgChart1"/>
    <dgm:cxn modelId="{5D047E7E-5C82-4AC6-89DA-081B3303E2DF}" type="presParOf" srcId="{60F57CD7-C9C6-46EC-A23B-1A4B3DF57A44}" destId="{742E86C9-4C21-4A66-A143-AA3A85D6A4DA}" srcOrd="0" destOrd="0" presId="urn:microsoft.com/office/officeart/2005/8/layout/orgChart1"/>
    <dgm:cxn modelId="{5B27D1A4-3800-4122-A1FC-01D7D31442F8}" type="presParOf" srcId="{742E86C9-4C21-4A66-A143-AA3A85D6A4DA}" destId="{C28E1A03-0B26-413D-A2B7-C9F5B7ABF5CA}" srcOrd="0" destOrd="0" presId="urn:microsoft.com/office/officeart/2005/8/layout/orgChart1"/>
    <dgm:cxn modelId="{2E1069DB-A5F0-47D9-8C23-9190906247D8}" type="presParOf" srcId="{742E86C9-4C21-4A66-A143-AA3A85D6A4DA}" destId="{6766FBC6-5DD2-41FC-8E2F-0A8064E0910A}" srcOrd="1" destOrd="0" presId="urn:microsoft.com/office/officeart/2005/8/layout/orgChart1"/>
    <dgm:cxn modelId="{2E0FFB39-1CE4-40DF-B146-F29D703D8D83}" type="presParOf" srcId="{60F57CD7-C9C6-46EC-A23B-1A4B3DF57A44}" destId="{F6B65E2D-5973-487E-B673-1D9A250EC979}" srcOrd="1" destOrd="0" presId="urn:microsoft.com/office/officeart/2005/8/layout/orgChart1"/>
    <dgm:cxn modelId="{4B7B9F60-3FCC-42FC-97D3-C502AA846B4B}" type="presParOf" srcId="{60F57CD7-C9C6-46EC-A23B-1A4B3DF57A44}" destId="{799CDC6E-DB47-41E3-ADC9-52F7F74364D4}" srcOrd="2" destOrd="0" presId="urn:microsoft.com/office/officeart/2005/8/layout/orgChart1"/>
    <dgm:cxn modelId="{EAB53309-10CD-4CE9-B76A-BF8E13C57CF3}" type="presParOf" srcId="{B2BAAE8A-EC4B-4287-9CEA-A86EED9B191B}" destId="{4425C75A-3D78-4BF6-ADF2-6AF80D8EEC38}" srcOrd="2" destOrd="0" presId="urn:microsoft.com/office/officeart/2005/8/layout/orgChart1"/>
    <dgm:cxn modelId="{73DF87DC-35EE-45DE-8191-CCAF7A5EC76D}" type="presParOf" srcId="{B2BAAE8A-EC4B-4287-9CEA-A86EED9B191B}" destId="{9E1BECD4-31C0-41A7-A56C-8B43EB4A14D7}" srcOrd="3" destOrd="0" presId="urn:microsoft.com/office/officeart/2005/8/layout/orgChart1"/>
    <dgm:cxn modelId="{5D90E8CF-099F-40E1-8775-5DEB4BE8A5CB}" type="presParOf" srcId="{9E1BECD4-31C0-41A7-A56C-8B43EB4A14D7}" destId="{E5485E20-CCBD-472C-84AB-8D00FF16A0A8}" srcOrd="0" destOrd="0" presId="urn:microsoft.com/office/officeart/2005/8/layout/orgChart1"/>
    <dgm:cxn modelId="{3DE3C55A-758F-4FCD-86A5-F87F110518C7}" type="presParOf" srcId="{E5485E20-CCBD-472C-84AB-8D00FF16A0A8}" destId="{B3591140-851A-4245-8047-0739084F610D}" srcOrd="0" destOrd="0" presId="urn:microsoft.com/office/officeart/2005/8/layout/orgChart1"/>
    <dgm:cxn modelId="{FE589E52-0786-414F-A916-23DF6F2D2CB1}" type="presParOf" srcId="{E5485E20-CCBD-472C-84AB-8D00FF16A0A8}" destId="{8AAD002A-C92A-4A06-9AA2-B549275E595F}" srcOrd="1" destOrd="0" presId="urn:microsoft.com/office/officeart/2005/8/layout/orgChart1"/>
    <dgm:cxn modelId="{CC023318-A590-41FA-9FA1-4718E00C2CA2}" type="presParOf" srcId="{9E1BECD4-31C0-41A7-A56C-8B43EB4A14D7}" destId="{CC3BE619-4C63-4A23-AB80-B9E26BA1BBC2}" srcOrd="1" destOrd="0" presId="urn:microsoft.com/office/officeart/2005/8/layout/orgChart1"/>
    <dgm:cxn modelId="{66B30AB3-34F1-4605-B122-24DC160328C6}" type="presParOf" srcId="{CC3BE619-4C63-4A23-AB80-B9E26BA1BBC2}" destId="{30AC7F5C-041A-4062-A27E-E3DD49A0569C}" srcOrd="0" destOrd="0" presId="urn:microsoft.com/office/officeart/2005/8/layout/orgChart1"/>
    <dgm:cxn modelId="{34ACB1D1-82E6-46CB-9859-90C2958BAF97}" type="presParOf" srcId="{CC3BE619-4C63-4A23-AB80-B9E26BA1BBC2}" destId="{99443272-9FFB-4DDD-8352-607A143159D1}" srcOrd="1" destOrd="0" presId="urn:microsoft.com/office/officeart/2005/8/layout/orgChart1"/>
    <dgm:cxn modelId="{3598F70C-1826-4D33-A66A-C3D732519989}" type="presParOf" srcId="{99443272-9FFB-4DDD-8352-607A143159D1}" destId="{807361F4-E838-4225-B1D6-209599AEF8A8}" srcOrd="0" destOrd="0" presId="urn:microsoft.com/office/officeart/2005/8/layout/orgChart1"/>
    <dgm:cxn modelId="{9B6F3B8C-8C92-44A3-B966-B0C6758EB378}" type="presParOf" srcId="{807361F4-E838-4225-B1D6-209599AEF8A8}" destId="{1BA6180D-4D1C-4035-B32F-F27C81B88C0C}" srcOrd="0" destOrd="0" presId="urn:microsoft.com/office/officeart/2005/8/layout/orgChart1"/>
    <dgm:cxn modelId="{8C320723-A0AA-40DB-BD6B-85C3F781CB41}" type="presParOf" srcId="{807361F4-E838-4225-B1D6-209599AEF8A8}" destId="{EDD202BD-3D36-4B5A-8EB0-20AB1275FA74}" srcOrd="1" destOrd="0" presId="urn:microsoft.com/office/officeart/2005/8/layout/orgChart1"/>
    <dgm:cxn modelId="{30E4174A-210C-4095-8D3F-AD77C207155C}" type="presParOf" srcId="{99443272-9FFB-4DDD-8352-607A143159D1}" destId="{423EE6E8-9EE1-4F64-A6A4-642F76AE69BC}" srcOrd="1" destOrd="0" presId="urn:microsoft.com/office/officeart/2005/8/layout/orgChart1"/>
    <dgm:cxn modelId="{9DC716C1-49F3-46A0-9B73-0BF104B236C5}" type="presParOf" srcId="{99443272-9FFB-4DDD-8352-607A143159D1}" destId="{C25AB805-61EE-4E1E-83F3-9852900427CA}" srcOrd="2" destOrd="0" presId="urn:microsoft.com/office/officeart/2005/8/layout/orgChart1"/>
    <dgm:cxn modelId="{F9CD736B-8841-4534-B0A1-010C7FA34268}" type="presParOf" srcId="{CC3BE619-4C63-4A23-AB80-B9E26BA1BBC2}" destId="{4314AF83-DA9F-4261-B432-357C2D898E12}" srcOrd="2" destOrd="0" presId="urn:microsoft.com/office/officeart/2005/8/layout/orgChart1"/>
    <dgm:cxn modelId="{CCFE2E8B-13ED-46BC-AD56-20C14409F9A5}" type="presParOf" srcId="{CC3BE619-4C63-4A23-AB80-B9E26BA1BBC2}" destId="{27244AB9-A801-4EC6-8195-99846D1E8C54}" srcOrd="3" destOrd="0" presId="urn:microsoft.com/office/officeart/2005/8/layout/orgChart1"/>
    <dgm:cxn modelId="{2EA18910-6D7B-40DA-BC3C-3C69E57B9BBB}" type="presParOf" srcId="{27244AB9-A801-4EC6-8195-99846D1E8C54}" destId="{5FD4A847-8800-4561-8576-1DDC093FFA64}" srcOrd="0" destOrd="0" presId="urn:microsoft.com/office/officeart/2005/8/layout/orgChart1"/>
    <dgm:cxn modelId="{BAFC8326-FAFD-4C42-B8AC-1F7D9870111D}" type="presParOf" srcId="{5FD4A847-8800-4561-8576-1DDC093FFA64}" destId="{527EB5DC-0A5F-4AB6-9DE6-A35B570AC4C3}" srcOrd="0" destOrd="0" presId="urn:microsoft.com/office/officeart/2005/8/layout/orgChart1"/>
    <dgm:cxn modelId="{FA553740-116B-4770-8A50-AA8F8886A0ED}" type="presParOf" srcId="{5FD4A847-8800-4561-8576-1DDC093FFA64}" destId="{4125E3AD-7669-4FB3-BB9E-4159770B756C}" srcOrd="1" destOrd="0" presId="urn:microsoft.com/office/officeart/2005/8/layout/orgChart1"/>
    <dgm:cxn modelId="{C2819C6D-06F2-485A-8B77-9442C0149E21}" type="presParOf" srcId="{27244AB9-A801-4EC6-8195-99846D1E8C54}" destId="{DBF324D0-7030-4CD5-89E5-AEC0E3BBBA65}" srcOrd="1" destOrd="0" presId="urn:microsoft.com/office/officeart/2005/8/layout/orgChart1"/>
    <dgm:cxn modelId="{635519A7-5355-44C2-9469-EB743E4503DD}" type="presParOf" srcId="{27244AB9-A801-4EC6-8195-99846D1E8C54}" destId="{4834D67C-BDAA-46B5-A510-7F97ADFF2FF7}" srcOrd="2" destOrd="0" presId="urn:microsoft.com/office/officeart/2005/8/layout/orgChart1"/>
    <dgm:cxn modelId="{7F34AF05-19D6-4625-9A97-E81982C08A60}" type="presParOf" srcId="{9E1BECD4-31C0-41A7-A56C-8B43EB4A14D7}" destId="{8736F242-42FF-4932-A067-F76B6C9E4418}" srcOrd="2" destOrd="0" presId="urn:microsoft.com/office/officeart/2005/8/layout/orgChart1"/>
    <dgm:cxn modelId="{2997653C-30EB-4B5C-A5F8-F8D2D5735E81}" type="presParOf" srcId="{3F813F8E-FB93-4E54-9F0C-6B4C7D4B8FB9}" destId="{C3E8B625-7D80-4A71-A048-B131D2373C35}" srcOrd="2" destOrd="0" presId="urn:microsoft.com/office/officeart/2005/8/layout/orgChart1"/>
    <dgm:cxn modelId="{8887E76F-C82F-4222-B24A-3986CF89FCB4}" type="presParOf" srcId="{0BCF5283-C5E4-4693-8A1C-2EEC17A2B552}" destId="{BD96C38C-3171-4E2B-BA5E-91FA0F8F0690}" srcOrd="2" destOrd="0" presId="urn:microsoft.com/office/officeart/2005/8/layout/orgChart1"/>
    <dgm:cxn modelId="{8B6AC0AB-0B39-4EA2-B9A4-DA0454D6CDDE}" type="presParOf" srcId="{0BCF5283-C5E4-4693-8A1C-2EEC17A2B552}" destId="{4F4CDC77-794D-45BD-9F36-A0E8763BFE71}" srcOrd="3" destOrd="0" presId="urn:microsoft.com/office/officeart/2005/8/layout/orgChart1"/>
    <dgm:cxn modelId="{DA65FA91-AEBD-47D4-86A4-AA029C10E823}" type="presParOf" srcId="{4F4CDC77-794D-45BD-9F36-A0E8763BFE71}" destId="{CD817C1B-5E68-40AF-BFDA-854A2F600C91}" srcOrd="0" destOrd="0" presId="urn:microsoft.com/office/officeart/2005/8/layout/orgChart1"/>
    <dgm:cxn modelId="{59860E53-1E20-49AF-B33D-B69770C66B05}" type="presParOf" srcId="{CD817C1B-5E68-40AF-BFDA-854A2F600C91}" destId="{FCD27D05-907F-498F-8647-8627EB611724}" srcOrd="0" destOrd="0" presId="urn:microsoft.com/office/officeart/2005/8/layout/orgChart1"/>
    <dgm:cxn modelId="{B5375333-FEE6-4717-8AFD-F309A392C535}" type="presParOf" srcId="{CD817C1B-5E68-40AF-BFDA-854A2F600C91}" destId="{B986B3FA-120C-4D49-8711-50C3DB8772C6}" srcOrd="1" destOrd="0" presId="urn:microsoft.com/office/officeart/2005/8/layout/orgChart1"/>
    <dgm:cxn modelId="{7277F559-6F4B-494E-B607-2D127F784A81}" type="presParOf" srcId="{4F4CDC77-794D-45BD-9F36-A0E8763BFE71}" destId="{07DCC18B-BDB4-4FC1-AD0D-4F6CB88B92C2}" srcOrd="1" destOrd="0" presId="urn:microsoft.com/office/officeart/2005/8/layout/orgChart1"/>
    <dgm:cxn modelId="{02F061BA-83F2-4B89-9D40-4DBEB448B2B1}" type="presParOf" srcId="{07DCC18B-BDB4-4FC1-AD0D-4F6CB88B92C2}" destId="{C5865521-F364-45CA-B50F-25CF9C2E315B}" srcOrd="0" destOrd="0" presId="urn:microsoft.com/office/officeart/2005/8/layout/orgChart1"/>
    <dgm:cxn modelId="{5B356484-6F0A-4FDB-92C5-160B559FA02B}" type="presParOf" srcId="{07DCC18B-BDB4-4FC1-AD0D-4F6CB88B92C2}" destId="{D6493B43-3FB9-47CA-BA42-AB08EEFB89B1}" srcOrd="1" destOrd="0" presId="urn:microsoft.com/office/officeart/2005/8/layout/orgChart1"/>
    <dgm:cxn modelId="{A8436959-3794-4041-8C1E-158A81611DC0}" type="presParOf" srcId="{D6493B43-3FB9-47CA-BA42-AB08EEFB89B1}" destId="{1624860F-03EB-4938-8636-F759FC162A82}" srcOrd="0" destOrd="0" presId="urn:microsoft.com/office/officeart/2005/8/layout/orgChart1"/>
    <dgm:cxn modelId="{38AFCF3A-EC00-44CC-AFB1-E00C14E39A2A}" type="presParOf" srcId="{1624860F-03EB-4938-8636-F759FC162A82}" destId="{A0D74BA0-8043-4424-94FF-3A2ACAC8977D}" srcOrd="0" destOrd="0" presId="urn:microsoft.com/office/officeart/2005/8/layout/orgChart1"/>
    <dgm:cxn modelId="{320890F3-2AB6-42E8-A887-1C80DF728557}" type="presParOf" srcId="{1624860F-03EB-4938-8636-F759FC162A82}" destId="{96269BDD-679D-41A8-9766-11194BEF53EE}" srcOrd="1" destOrd="0" presId="urn:microsoft.com/office/officeart/2005/8/layout/orgChart1"/>
    <dgm:cxn modelId="{E2942111-49CD-4390-B4BC-70EFCDB02C3C}" type="presParOf" srcId="{D6493B43-3FB9-47CA-BA42-AB08EEFB89B1}" destId="{CD42EF22-2F2D-4869-B63C-71453500FE29}" srcOrd="1" destOrd="0" presId="urn:microsoft.com/office/officeart/2005/8/layout/orgChart1"/>
    <dgm:cxn modelId="{1E987414-6042-4AB5-AD41-E235F4623A16}" type="presParOf" srcId="{D6493B43-3FB9-47CA-BA42-AB08EEFB89B1}" destId="{BC5A0FA2-5724-40D3-82F2-4E34826CD809}" srcOrd="2" destOrd="0" presId="urn:microsoft.com/office/officeart/2005/8/layout/orgChart1"/>
    <dgm:cxn modelId="{0F9183C1-61E0-4467-AC6F-3E32BC33AADD}" type="presParOf" srcId="{4F4CDC77-794D-45BD-9F36-A0E8763BFE71}" destId="{03A58FFA-2BC7-4E64-B8FA-1D8F28E08280}" srcOrd="2" destOrd="0" presId="urn:microsoft.com/office/officeart/2005/8/layout/orgChart1"/>
    <dgm:cxn modelId="{116BEF5F-FEDA-4898-9CF0-871DFEC600F7}" type="presParOf" srcId="{EC86D19E-4A54-4BE0-B31C-FD9DBD674D6B}" destId="{53BBB12F-BB72-407E-8876-66CE10CD9A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81F668-6660-4338-9505-5710F9B5CC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D2125D0D-BBDE-4EA8-AC21-E2D902D0DC61}">
      <dgm:prSet phldrT="[Text]" custT="1"/>
      <dgm:spPr/>
      <dgm:t>
        <a:bodyPr/>
        <a:lstStyle/>
        <a:p>
          <a:r>
            <a:rPr lang="en-US" sz="2000" dirty="0">
              <a:solidFill>
                <a:schemeClr val="tx1">
                  <a:lumMod val="50000"/>
                  <a:lumOff val="50000"/>
                </a:schemeClr>
              </a:solidFill>
              <a:latin typeface="Quadraat" panose="02000503060000090004" pitchFamily="2" charset="0"/>
            </a:rPr>
            <a:t>Nonocclusive mesenteric ischemia</a:t>
          </a:r>
        </a:p>
      </dgm:t>
    </dgm:pt>
    <dgm:pt modelId="{DA162F44-C34E-4993-A1CB-4AB59754798C}" type="parTrans" cxnId="{AEC56616-6C85-45FC-B5FF-063C05D7D411}">
      <dgm:prSet/>
      <dgm:spPr/>
      <dgm:t>
        <a:bodyPr/>
        <a:lstStyle/>
        <a:p>
          <a:endParaRPr lang="en-US" sz="2000">
            <a:solidFill>
              <a:schemeClr val="tx1">
                <a:lumMod val="50000"/>
                <a:lumOff val="50000"/>
              </a:schemeClr>
            </a:solidFill>
          </a:endParaRPr>
        </a:p>
      </dgm:t>
    </dgm:pt>
    <dgm:pt modelId="{A05480AD-4211-4BA8-853B-0A730544C77B}" type="sibTrans" cxnId="{AEC56616-6C85-45FC-B5FF-063C05D7D411}">
      <dgm:prSet/>
      <dgm:spPr/>
      <dgm:t>
        <a:bodyPr/>
        <a:lstStyle/>
        <a:p>
          <a:endParaRPr lang="en-US" sz="2000">
            <a:solidFill>
              <a:schemeClr val="tx1">
                <a:lumMod val="50000"/>
                <a:lumOff val="50000"/>
              </a:schemeClr>
            </a:solidFill>
          </a:endParaRPr>
        </a:p>
      </dgm:t>
    </dgm:pt>
    <dgm:pt modelId="{D123ED3D-5979-484B-94FF-C241CA3644AA}">
      <dgm:prSet phldrT="[Text]" custT="1"/>
      <dgm:spPr/>
      <dgm:t>
        <a:bodyPr/>
        <a:lstStyle/>
        <a:p>
          <a:r>
            <a:rPr lang="en-US" sz="2000" dirty="0">
              <a:solidFill>
                <a:schemeClr val="tx1">
                  <a:lumMod val="50000"/>
                  <a:lumOff val="50000"/>
                </a:schemeClr>
              </a:solidFill>
              <a:latin typeface="Quadraat" panose="02000503060000090004" pitchFamily="2" charset="0"/>
            </a:rPr>
            <a:t>Occlusive mesenteric ischemia</a:t>
          </a:r>
        </a:p>
      </dgm:t>
    </dgm:pt>
    <dgm:pt modelId="{5B91458A-5055-428C-9C95-CCF0627C00E3}" type="parTrans" cxnId="{FE310C92-10DF-4873-A597-3231E8560DED}">
      <dgm:prSet/>
      <dgm:spPr/>
      <dgm:t>
        <a:bodyPr/>
        <a:lstStyle/>
        <a:p>
          <a:endParaRPr lang="en-US" sz="2000">
            <a:solidFill>
              <a:schemeClr val="tx1">
                <a:lumMod val="50000"/>
                <a:lumOff val="50000"/>
              </a:schemeClr>
            </a:solidFill>
          </a:endParaRPr>
        </a:p>
      </dgm:t>
    </dgm:pt>
    <dgm:pt modelId="{80EBEE81-F8B1-4381-8142-0A8560B57378}" type="sibTrans" cxnId="{FE310C92-10DF-4873-A597-3231E8560DED}">
      <dgm:prSet/>
      <dgm:spPr/>
      <dgm:t>
        <a:bodyPr/>
        <a:lstStyle/>
        <a:p>
          <a:endParaRPr lang="en-US" sz="2000">
            <a:solidFill>
              <a:schemeClr val="tx1">
                <a:lumMod val="50000"/>
                <a:lumOff val="50000"/>
              </a:schemeClr>
            </a:solidFill>
          </a:endParaRPr>
        </a:p>
      </dgm:t>
    </dgm:pt>
    <dgm:pt modelId="{3AC42360-9558-4728-84D3-1958DB7D6435}">
      <dgm:prSet phldrT="[Text]" custT="1"/>
      <dgm:spPr/>
      <dgm:t>
        <a:bodyPr/>
        <a:lstStyle/>
        <a:p>
          <a:r>
            <a:rPr lang="en-US" sz="2000" dirty="0">
              <a:solidFill>
                <a:schemeClr val="tx1">
                  <a:lumMod val="50000"/>
                  <a:lumOff val="50000"/>
                </a:schemeClr>
              </a:solidFill>
              <a:latin typeface="Quadraat" panose="02000503060000090004" pitchFamily="2" charset="0"/>
            </a:rPr>
            <a:t>Mesenteric arterial embolism</a:t>
          </a:r>
        </a:p>
      </dgm:t>
    </dgm:pt>
    <dgm:pt modelId="{462C937D-C5D2-46D4-B994-44BB2D6789E6}" type="parTrans" cxnId="{76EF4EA1-22B4-40D8-A067-9C0F095098AB}">
      <dgm:prSet/>
      <dgm:spPr/>
      <dgm:t>
        <a:bodyPr/>
        <a:lstStyle/>
        <a:p>
          <a:endParaRPr lang="en-US" sz="2000">
            <a:solidFill>
              <a:schemeClr val="tx1">
                <a:lumMod val="50000"/>
                <a:lumOff val="50000"/>
              </a:schemeClr>
            </a:solidFill>
          </a:endParaRPr>
        </a:p>
      </dgm:t>
    </dgm:pt>
    <dgm:pt modelId="{DCC125C0-C382-4011-8C45-3F5C0783B37E}" type="sibTrans" cxnId="{76EF4EA1-22B4-40D8-A067-9C0F095098AB}">
      <dgm:prSet/>
      <dgm:spPr/>
      <dgm:t>
        <a:bodyPr/>
        <a:lstStyle/>
        <a:p>
          <a:endParaRPr lang="en-US" sz="2000">
            <a:solidFill>
              <a:schemeClr val="tx1">
                <a:lumMod val="50000"/>
                <a:lumOff val="50000"/>
              </a:schemeClr>
            </a:solidFill>
          </a:endParaRPr>
        </a:p>
      </dgm:t>
    </dgm:pt>
    <dgm:pt modelId="{CE9FD2A6-8ABE-40AD-8785-33F4EC8B6B27}">
      <dgm:prSet phldrT="[Text]" custT="1"/>
      <dgm:spPr/>
      <dgm:t>
        <a:bodyPr/>
        <a:lstStyle/>
        <a:p>
          <a:r>
            <a:rPr lang="en-US" sz="2000" dirty="0">
              <a:solidFill>
                <a:schemeClr val="tx1">
                  <a:lumMod val="50000"/>
                  <a:lumOff val="50000"/>
                </a:schemeClr>
              </a:solidFill>
              <a:latin typeface="Quadraat" panose="02000503060000090004" pitchFamily="2" charset="0"/>
            </a:rPr>
            <a:t>Acute mesenteric arterial thrombosis</a:t>
          </a:r>
        </a:p>
      </dgm:t>
    </dgm:pt>
    <dgm:pt modelId="{22B36BA0-808B-4B05-BF81-360F912A143D}" type="parTrans" cxnId="{A9237A95-F6C6-4698-99C6-EADFDF9635FD}">
      <dgm:prSet/>
      <dgm:spPr/>
      <dgm:t>
        <a:bodyPr/>
        <a:lstStyle/>
        <a:p>
          <a:endParaRPr lang="en-US" sz="2000">
            <a:solidFill>
              <a:schemeClr val="tx1">
                <a:lumMod val="50000"/>
                <a:lumOff val="50000"/>
              </a:schemeClr>
            </a:solidFill>
          </a:endParaRPr>
        </a:p>
      </dgm:t>
    </dgm:pt>
    <dgm:pt modelId="{DD052032-10F9-45D0-A178-2B60F51F2992}" type="sibTrans" cxnId="{A9237A95-F6C6-4698-99C6-EADFDF9635FD}">
      <dgm:prSet/>
      <dgm:spPr/>
      <dgm:t>
        <a:bodyPr/>
        <a:lstStyle/>
        <a:p>
          <a:endParaRPr lang="en-US" sz="2000">
            <a:solidFill>
              <a:schemeClr val="tx1">
                <a:lumMod val="50000"/>
                <a:lumOff val="50000"/>
              </a:schemeClr>
            </a:solidFill>
          </a:endParaRPr>
        </a:p>
      </dgm:t>
    </dgm:pt>
    <dgm:pt modelId="{ED1B45D4-73D5-49ED-8C1A-5014A6F25850}">
      <dgm:prSet phldrT="[Text]" custT="1"/>
      <dgm:spPr>
        <a:solidFill>
          <a:srgbClr val="FFFF00"/>
        </a:solidFill>
      </dgm:spPr>
      <dgm:t>
        <a:bodyPr/>
        <a:lstStyle/>
        <a:p>
          <a:r>
            <a:rPr lang="en-US" sz="2000" b="1" dirty="0">
              <a:solidFill>
                <a:schemeClr val="tx1"/>
              </a:solidFill>
              <a:latin typeface="Quadraat" panose="02000503060000090004" pitchFamily="2" charset="0"/>
            </a:rPr>
            <a:t>Mesenteric venous thrombosis</a:t>
          </a:r>
        </a:p>
      </dgm:t>
    </dgm:pt>
    <dgm:pt modelId="{54D199C9-E51E-4C6F-A6A7-796A5E01B8FE}" type="parTrans" cxnId="{EE949534-B424-4B88-BA50-0E1F494DEE35}">
      <dgm:prSet/>
      <dgm:spPr/>
      <dgm:t>
        <a:bodyPr/>
        <a:lstStyle/>
        <a:p>
          <a:endParaRPr lang="en-US" sz="2000">
            <a:solidFill>
              <a:schemeClr val="tx1">
                <a:lumMod val="50000"/>
                <a:lumOff val="50000"/>
              </a:schemeClr>
            </a:solidFill>
          </a:endParaRPr>
        </a:p>
      </dgm:t>
    </dgm:pt>
    <dgm:pt modelId="{04B33DD4-2870-427B-96E1-282293941265}" type="sibTrans" cxnId="{EE949534-B424-4B88-BA50-0E1F494DEE35}">
      <dgm:prSet/>
      <dgm:spPr/>
      <dgm:t>
        <a:bodyPr/>
        <a:lstStyle/>
        <a:p>
          <a:endParaRPr lang="en-US" sz="2000">
            <a:solidFill>
              <a:schemeClr val="tx1">
                <a:lumMod val="50000"/>
                <a:lumOff val="50000"/>
              </a:schemeClr>
            </a:solidFill>
          </a:endParaRPr>
        </a:p>
      </dgm:t>
    </dgm:pt>
    <dgm:pt modelId="{70C046A8-5AEF-459C-8125-A0D3DC620D9D}">
      <dgm:prSet phldrT="[Text]" custT="1"/>
      <dgm:spPr/>
      <dgm:t>
        <a:bodyPr/>
        <a:lstStyle/>
        <a:p>
          <a:r>
            <a:rPr lang="en-US" sz="2800" dirty="0">
              <a:solidFill>
                <a:schemeClr val="tx1">
                  <a:lumMod val="50000"/>
                  <a:lumOff val="50000"/>
                </a:schemeClr>
              </a:solidFill>
              <a:latin typeface="Quadraat" panose="02000503060000090004" pitchFamily="2" charset="0"/>
            </a:rPr>
            <a:t>Venous</a:t>
          </a:r>
        </a:p>
      </dgm:t>
    </dgm:pt>
    <dgm:pt modelId="{C1FEBA00-8C48-4B95-B5FD-5582EE309891}" type="parTrans" cxnId="{410F8A6B-B524-4A58-AD74-F1E10EBB9D07}">
      <dgm:prSet/>
      <dgm:spPr/>
      <dgm:t>
        <a:bodyPr/>
        <a:lstStyle/>
        <a:p>
          <a:endParaRPr lang="en-US" sz="2000">
            <a:solidFill>
              <a:schemeClr val="tx1">
                <a:lumMod val="50000"/>
                <a:lumOff val="50000"/>
              </a:schemeClr>
            </a:solidFill>
          </a:endParaRPr>
        </a:p>
      </dgm:t>
    </dgm:pt>
    <dgm:pt modelId="{B771835E-8743-466F-B136-64771065C019}" type="sibTrans" cxnId="{410F8A6B-B524-4A58-AD74-F1E10EBB9D07}">
      <dgm:prSet/>
      <dgm:spPr/>
      <dgm:t>
        <a:bodyPr/>
        <a:lstStyle/>
        <a:p>
          <a:endParaRPr lang="en-US" sz="2000">
            <a:solidFill>
              <a:schemeClr val="tx1">
                <a:lumMod val="50000"/>
                <a:lumOff val="50000"/>
              </a:schemeClr>
            </a:solidFill>
          </a:endParaRPr>
        </a:p>
      </dgm:t>
    </dgm:pt>
    <dgm:pt modelId="{560B1A24-A1DB-4EC5-B956-D151C5E0F7F5}">
      <dgm:prSet phldrT="[Text]" custT="1"/>
      <dgm:spPr/>
      <dgm:t>
        <a:bodyPr/>
        <a:lstStyle/>
        <a:p>
          <a:r>
            <a:rPr lang="en-US" sz="2800" dirty="0">
              <a:solidFill>
                <a:schemeClr val="tx1">
                  <a:lumMod val="50000"/>
                  <a:lumOff val="50000"/>
                </a:schemeClr>
              </a:solidFill>
              <a:latin typeface="Quadraat" panose="02000503060000090004" pitchFamily="2" charset="0"/>
            </a:rPr>
            <a:t>Arterial</a:t>
          </a:r>
        </a:p>
      </dgm:t>
    </dgm:pt>
    <dgm:pt modelId="{D1C14221-E95A-427E-9464-952D0E58B005}" type="parTrans" cxnId="{C7D473C4-1E9A-475A-9B1E-05B16EE845B5}">
      <dgm:prSet/>
      <dgm:spPr/>
      <dgm:t>
        <a:bodyPr/>
        <a:lstStyle/>
        <a:p>
          <a:endParaRPr lang="en-US" sz="2000">
            <a:solidFill>
              <a:schemeClr val="tx1">
                <a:lumMod val="50000"/>
                <a:lumOff val="50000"/>
              </a:schemeClr>
            </a:solidFill>
          </a:endParaRPr>
        </a:p>
      </dgm:t>
    </dgm:pt>
    <dgm:pt modelId="{17D9A1A5-2C29-4A2C-A3A2-A24AB795D56B}" type="sibTrans" cxnId="{C7D473C4-1E9A-475A-9B1E-05B16EE845B5}">
      <dgm:prSet/>
      <dgm:spPr/>
      <dgm:t>
        <a:bodyPr/>
        <a:lstStyle/>
        <a:p>
          <a:endParaRPr lang="en-US" sz="2000">
            <a:solidFill>
              <a:schemeClr val="tx1">
                <a:lumMod val="50000"/>
                <a:lumOff val="50000"/>
              </a:schemeClr>
            </a:solidFill>
          </a:endParaRPr>
        </a:p>
      </dgm:t>
    </dgm:pt>
    <dgm:pt modelId="{DCDA280F-5739-4D7E-9333-CBE07BAAAEC6}">
      <dgm:prSet phldrT="[Text]" custT="1"/>
      <dgm:spPr/>
      <dgm:t>
        <a:bodyPr/>
        <a:lstStyle/>
        <a:p>
          <a:r>
            <a:rPr lang="en-US" sz="2800" b="1" dirty="0">
              <a:solidFill>
                <a:schemeClr val="tx1">
                  <a:lumMod val="50000"/>
                  <a:lumOff val="50000"/>
                </a:schemeClr>
              </a:solidFill>
              <a:latin typeface="Quadraat" panose="02000503060000090004" pitchFamily="2" charset="0"/>
            </a:rPr>
            <a:t>Acute mesenteric ischemia</a:t>
          </a:r>
        </a:p>
      </dgm:t>
    </dgm:pt>
    <dgm:pt modelId="{DDBA8420-048C-4E8C-879F-2ABC9DEA079E}" type="parTrans" cxnId="{5F47941E-DF9A-44AF-A6FD-CACDE80E2884}">
      <dgm:prSet/>
      <dgm:spPr/>
      <dgm:t>
        <a:bodyPr/>
        <a:lstStyle/>
        <a:p>
          <a:endParaRPr lang="en-US" sz="2000">
            <a:solidFill>
              <a:schemeClr val="tx1">
                <a:lumMod val="50000"/>
                <a:lumOff val="50000"/>
              </a:schemeClr>
            </a:solidFill>
          </a:endParaRPr>
        </a:p>
      </dgm:t>
    </dgm:pt>
    <dgm:pt modelId="{3FBF4EEB-9B0E-4DD6-B1BC-5838EBBB7622}" type="sibTrans" cxnId="{5F47941E-DF9A-44AF-A6FD-CACDE80E2884}">
      <dgm:prSet/>
      <dgm:spPr/>
      <dgm:t>
        <a:bodyPr/>
        <a:lstStyle/>
        <a:p>
          <a:endParaRPr lang="en-US" sz="2000">
            <a:solidFill>
              <a:schemeClr val="tx1">
                <a:lumMod val="50000"/>
                <a:lumOff val="50000"/>
              </a:schemeClr>
            </a:solidFill>
          </a:endParaRPr>
        </a:p>
      </dgm:t>
    </dgm:pt>
    <dgm:pt modelId="{EDCA3726-F3FF-4047-BEF4-2300B583B06E}" type="pres">
      <dgm:prSet presAssocID="{DA81F668-6660-4338-9505-5710F9B5CCB3}" presName="hierChild1" presStyleCnt="0">
        <dgm:presLayoutVars>
          <dgm:orgChart val="1"/>
          <dgm:chPref val="1"/>
          <dgm:dir/>
          <dgm:animOne val="branch"/>
          <dgm:animLvl val="lvl"/>
          <dgm:resizeHandles/>
        </dgm:presLayoutVars>
      </dgm:prSet>
      <dgm:spPr/>
    </dgm:pt>
    <dgm:pt modelId="{EC86D19E-4A54-4BE0-B31C-FD9DBD674D6B}" type="pres">
      <dgm:prSet presAssocID="{DCDA280F-5739-4D7E-9333-CBE07BAAAEC6}" presName="hierRoot1" presStyleCnt="0">
        <dgm:presLayoutVars>
          <dgm:hierBranch val="init"/>
        </dgm:presLayoutVars>
      </dgm:prSet>
      <dgm:spPr/>
    </dgm:pt>
    <dgm:pt modelId="{0699E517-654B-4ECC-B198-7AC048AE96C5}" type="pres">
      <dgm:prSet presAssocID="{DCDA280F-5739-4D7E-9333-CBE07BAAAEC6}" presName="rootComposite1" presStyleCnt="0"/>
      <dgm:spPr/>
    </dgm:pt>
    <dgm:pt modelId="{6E51110B-1B48-48A2-B622-2A0797450A08}" type="pres">
      <dgm:prSet presAssocID="{DCDA280F-5739-4D7E-9333-CBE07BAAAEC6}" presName="rootText1" presStyleLbl="node0" presStyleIdx="0" presStyleCnt="1" custScaleX="241902">
        <dgm:presLayoutVars>
          <dgm:chPref val="3"/>
        </dgm:presLayoutVars>
      </dgm:prSet>
      <dgm:spPr/>
    </dgm:pt>
    <dgm:pt modelId="{71968905-1FBA-4D49-B481-92F1D10EA11A}" type="pres">
      <dgm:prSet presAssocID="{DCDA280F-5739-4D7E-9333-CBE07BAAAEC6}" presName="rootConnector1" presStyleLbl="node1" presStyleIdx="0" presStyleCnt="0"/>
      <dgm:spPr/>
    </dgm:pt>
    <dgm:pt modelId="{0BCF5283-C5E4-4693-8A1C-2EEC17A2B552}" type="pres">
      <dgm:prSet presAssocID="{DCDA280F-5739-4D7E-9333-CBE07BAAAEC6}" presName="hierChild2" presStyleCnt="0"/>
      <dgm:spPr/>
    </dgm:pt>
    <dgm:pt modelId="{27E5BCD8-D5D9-4EBB-B5C0-A1AE3C76A3CE}" type="pres">
      <dgm:prSet presAssocID="{D1C14221-E95A-427E-9464-952D0E58B005}" presName="Name37" presStyleLbl="parChTrans1D2" presStyleIdx="0" presStyleCnt="2"/>
      <dgm:spPr/>
    </dgm:pt>
    <dgm:pt modelId="{3F813F8E-FB93-4E54-9F0C-6B4C7D4B8FB9}" type="pres">
      <dgm:prSet presAssocID="{560B1A24-A1DB-4EC5-B956-D151C5E0F7F5}" presName="hierRoot2" presStyleCnt="0">
        <dgm:presLayoutVars>
          <dgm:hierBranch val="init"/>
        </dgm:presLayoutVars>
      </dgm:prSet>
      <dgm:spPr/>
    </dgm:pt>
    <dgm:pt modelId="{0AF1124A-A517-4591-BBE5-213FA55C137F}" type="pres">
      <dgm:prSet presAssocID="{560B1A24-A1DB-4EC5-B956-D151C5E0F7F5}" presName="rootComposite" presStyleCnt="0"/>
      <dgm:spPr/>
    </dgm:pt>
    <dgm:pt modelId="{BC96FFD2-D653-4557-A25D-6B6B29FB734B}" type="pres">
      <dgm:prSet presAssocID="{560B1A24-A1DB-4EC5-B956-D151C5E0F7F5}" presName="rootText" presStyleLbl="node2" presStyleIdx="0" presStyleCnt="2">
        <dgm:presLayoutVars>
          <dgm:chPref val="3"/>
        </dgm:presLayoutVars>
      </dgm:prSet>
      <dgm:spPr/>
    </dgm:pt>
    <dgm:pt modelId="{7A83F1FA-7AE4-43F2-881C-D48197E15C71}" type="pres">
      <dgm:prSet presAssocID="{560B1A24-A1DB-4EC5-B956-D151C5E0F7F5}" presName="rootConnector" presStyleLbl="node2" presStyleIdx="0" presStyleCnt="2"/>
      <dgm:spPr/>
    </dgm:pt>
    <dgm:pt modelId="{B2BAAE8A-EC4B-4287-9CEA-A86EED9B191B}" type="pres">
      <dgm:prSet presAssocID="{560B1A24-A1DB-4EC5-B956-D151C5E0F7F5}" presName="hierChild4" presStyleCnt="0"/>
      <dgm:spPr/>
    </dgm:pt>
    <dgm:pt modelId="{AF7B43FE-4E06-4FF4-A71C-508476DABC31}" type="pres">
      <dgm:prSet presAssocID="{DA162F44-C34E-4993-A1CB-4AB59754798C}" presName="Name37" presStyleLbl="parChTrans1D3" presStyleIdx="0" presStyleCnt="3"/>
      <dgm:spPr/>
    </dgm:pt>
    <dgm:pt modelId="{60F57CD7-C9C6-46EC-A23B-1A4B3DF57A44}" type="pres">
      <dgm:prSet presAssocID="{D2125D0D-BBDE-4EA8-AC21-E2D902D0DC61}" presName="hierRoot2" presStyleCnt="0">
        <dgm:presLayoutVars>
          <dgm:hierBranch val="init"/>
        </dgm:presLayoutVars>
      </dgm:prSet>
      <dgm:spPr/>
    </dgm:pt>
    <dgm:pt modelId="{742E86C9-4C21-4A66-A143-AA3A85D6A4DA}" type="pres">
      <dgm:prSet presAssocID="{D2125D0D-BBDE-4EA8-AC21-E2D902D0DC61}" presName="rootComposite" presStyleCnt="0"/>
      <dgm:spPr/>
    </dgm:pt>
    <dgm:pt modelId="{C28E1A03-0B26-413D-A2B7-C9F5B7ABF5CA}" type="pres">
      <dgm:prSet presAssocID="{D2125D0D-BBDE-4EA8-AC21-E2D902D0DC61}" presName="rootText" presStyleLbl="node3" presStyleIdx="0" presStyleCnt="3">
        <dgm:presLayoutVars>
          <dgm:chPref val="3"/>
        </dgm:presLayoutVars>
      </dgm:prSet>
      <dgm:spPr/>
    </dgm:pt>
    <dgm:pt modelId="{6766FBC6-5DD2-41FC-8E2F-0A8064E0910A}" type="pres">
      <dgm:prSet presAssocID="{D2125D0D-BBDE-4EA8-AC21-E2D902D0DC61}" presName="rootConnector" presStyleLbl="node3" presStyleIdx="0" presStyleCnt="3"/>
      <dgm:spPr/>
    </dgm:pt>
    <dgm:pt modelId="{F6B65E2D-5973-487E-B673-1D9A250EC979}" type="pres">
      <dgm:prSet presAssocID="{D2125D0D-BBDE-4EA8-AC21-E2D902D0DC61}" presName="hierChild4" presStyleCnt="0"/>
      <dgm:spPr/>
    </dgm:pt>
    <dgm:pt modelId="{799CDC6E-DB47-41E3-ADC9-52F7F74364D4}" type="pres">
      <dgm:prSet presAssocID="{D2125D0D-BBDE-4EA8-AC21-E2D902D0DC61}" presName="hierChild5" presStyleCnt="0"/>
      <dgm:spPr/>
    </dgm:pt>
    <dgm:pt modelId="{4425C75A-3D78-4BF6-ADF2-6AF80D8EEC38}" type="pres">
      <dgm:prSet presAssocID="{5B91458A-5055-428C-9C95-CCF0627C00E3}" presName="Name37" presStyleLbl="parChTrans1D3" presStyleIdx="1" presStyleCnt="3"/>
      <dgm:spPr/>
    </dgm:pt>
    <dgm:pt modelId="{9E1BECD4-31C0-41A7-A56C-8B43EB4A14D7}" type="pres">
      <dgm:prSet presAssocID="{D123ED3D-5979-484B-94FF-C241CA3644AA}" presName="hierRoot2" presStyleCnt="0">
        <dgm:presLayoutVars>
          <dgm:hierBranch val="init"/>
        </dgm:presLayoutVars>
      </dgm:prSet>
      <dgm:spPr/>
    </dgm:pt>
    <dgm:pt modelId="{E5485E20-CCBD-472C-84AB-8D00FF16A0A8}" type="pres">
      <dgm:prSet presAssocID="{D123ED3D-5979-484B-94FF-C241CA3644AA}" presName="rootComposite" presStyleCnt="0"/>
      <dgm:spPr/>
    </dgm:pt>
    <dgm:pt modelId="{B3591140-851A-4245-8047-0739084F610D}" type="pres">
      <dgm:prSet presAssocID="{D123ED3D-5979-484B-94FF-C241CA3644AA}" presName="rootText" presStyleLbl="node3" presStyleIdx="1" presStyleCnt="3">
        <dgm:presLayoutVars>
          <dgm:chPref val="3"/>
        </dgm:presLayoutVars>
      </dgm:prSet>
      <dgm:spPr/>
    </dgm:pt>
    <dgm:pt modelId="{8AAD002A-C92A-4A06-9AA2-B549275E595F}" type="pres">
      <dgm:prSet presAssocID="{D123ED3D-5979-484B-94FF-C241CA3644AA}" presName="rootConnector" presStyleLbl="node3" presStyleIdx="1" presStyleCnt="3"/>
      <dgm:spPr/>
    </dgm:pt>
    <dgm:pt modelId="{CC3BE619-4C63-4A23-AB80-B9E26BA1BBC2}" type="pres">
      <dgm:prSet presAssocID="{D123ED3D-5979-484B-94FF-C241CA3644AA}" presName="hierChild4" presStyleCnt="0"/>
      <dgm:spPr/>
    </dgm:pt>
    <dgm:pt modelId="{30AC7F5C-041A-4062-A27E-E3DD49A0569C}" type="pres">
      <dgm:prSet presAssocID="{462C937D-C5D2-46D4-B994-44BB2D6789E6}" presName="Name37" presStyleLbl="parChTrans1D4" presStyleIdx="0" presStyleCnt="2"/>
      <dgm:spPr/>
    </dgm:pt>
    <dgm:pt modelId="{99443272-9FFB-4DDD-8352-607A143159D1}" type="pres">
      <dgm:prSet presAssocID="{3AC42360-9558-4728-84D3-1958DB7D6435}" presName="hierRoot2" presStyleCnt="0">
        <dgm:presLayoutVars>
          <dgm:hierBranch val="init"/>
        </dgm:presLayoutVars>
      </dgm:prSet>
      <dgm:spPr/>
    </dgm:pt>
    <dgm:pt modelId="{807361F4-E838-4225-B1D6-209599AEF8A8}" type="pres">
      <dgm:prSet presAssocID="{3AC42360-9558-4728-84D3-1958DB7D6435}" presName="rootComposite" presStyleCnt="0"/>
      <dgm:spPr/>
    </dgm:pt>
    <dgm:pt modelId="{1BA6180D-4D1C-4035-B32F-F27C81B88C0C}" type="pres">
      <dgm:prSet presAssocID="{3AC42360-9558-4728-84D3-1958DB7D6435}" presName="rootText" presStyleLbl="node4" presStyleIdx="0" presStyleCnt="2">
        <dgm:presLayoutVars>
          <dgm:chPref val="3"/>
        </dgm:presLayoutVars>
      </dgm:prSet>
      <dgm:spPr/>
    </dgm:pt>
    <dgm:pt modelId="{EDD202BD-3D36-4B5A-8EB0-20AB1275FA74}" type="pres">
      <dgm:prSet presAssocID="{3AC42360-9558-4728-84D3-1958DB7D6435}" presName="rootConnector" presStyleLbl="node4" presStyleIdx="0" presStyleCnt="2"/>
      <dgm:spPr/>
    </dgm:pt>
    <dgm:pt modelId="{423EE6E8-9EE1-4F64-A6A4-642F76AE69BC}" type="pres">
      <dgm:prSet presAssocID="{3AC42360-9558-4728-84D3-1958DB7D6435}" presName="hierChild4" presStyleCnt="0"/>
      <dgm:spPr/>
    </dgm:pt>
    <dgm:pt modelId="{C25AB805-61EE-4E1E-83F3-9852900427CA}" type="pres">
      <dgm:prSet presAssocID="{3AC42360-9558-4728-84D3-1958DB7D6435}" presName="hierChild5" presStyleCnt="0"/>
      <dgm:spPr/>
    </dgm:pt>
    <dgm:pt modelId="{4314AF83-DA9F-4261-B432-357C2D898E12}" type="pres">
      <dgm:prSet presAssocID="{22B36BA0-808B-4B05-BF81-360F912A143D}" presName="Name37" presStyleLbl="parChTrans1D4" presStyleIdx="1" presStyleCnt="2"/>
      <dgm:spPr/>
    </dgm:pt>
    <dgm:pt modelId="{27244AB9-A801-4EC6-8195-99846D1E8C54}" type="pres">
      <dgm:prSet presAssocID="{CE9FD2A6-8ABE-40AD-8785-33F4EC8B6B27}" presName="hierRoot2" presStyleCnt="0">
        <dgm:presLayoutVars>
          <dgm:hierBranch val="init"/>
        </dgm:presLayoutVars>
      </dgm:prSet>
      <dgm:spPr/>
    </dgm:pt>
    <dgm:pt modelId="{5FD4A847-8800-4561-8576-1DDC093FFA64}" type="pres">
      <dgm:prSet presAssocID="{CE9FD2A6-8ABE-40AD-8785-33F4EC8B6B27}" presName="rootComposite" presStyleCnt="0"/>
      <dgm:spPr/>
    </dgm:pt>
    <dgm:pt modelId="{527EB5DC-0A5F-4AB6-9DE6-A35B570AC4C3}" type="pres">
      <dgm:prSet presAssocID="{CE9FD2A6-8ABE-40AD-8785-33F4EC8B6B27}" presName="rootText" presStyleLbl="node4" presStyleIdx="1" presStyleCnt="2">
        <dgm:presLayoutVars>
          <dgm:chPref val="3"/>
        </dgm:presLayoutVars>
      </dgm:prSet>
      <dgm:spPr/>
    </dgm:pt>
    <dgm:pt modelId="{4125E3AD-7669-4FB3-BB9E-4159770B756C}" type="pres">
      <dgm:prSet presAssocID="{CE9FD2A6-8ABE-40AD-8785-33F4EC8B6B27}" presName="rootConnector" presStyleLbl="node4" presStyleIdx="1" presStyleCnt="2"/>
      <dgm:spPr/>
    </dgm:pt>
    <dgm:pt modelId="{DBF324D0-7030-4CD5-89E5-AEC0E3BBBA65}" type="pres">
      <dgm:prSet presAssocID="{CE9FD2A6-8ABE-40AD-8785-33F4EC8B6B27}" presName="hierChild4" presStyleCnt="0"/>
      <dgm:spPr/>
    </dgm:pt>
    <dgm:pt modelId="{4834D67C-BDAA-46B5-A510-7F97ADFF2FF7}" type="pres">
      <dgm:prSet presAssocID="{CE9FD2A6-8ABE-40AD-8785-33F4EC8B6B27}" presName="hierChild5" presStyleCnt="0"/>
      <dgm:spPr/>
    </dgm:pt>
    <dgm:pt modelId="{8736F242-42FF-4932-A067-F76B6C9E4418}" type="pres">
      <dgm:prSet presAssocID="{D123ED3D-5979-484B-94FF-C241CA3644AA}" presName="hierChild5" presStyleCnt="0"/>
      <dgm:spPr/>
    </dgm:pt>
    <dgm:pt modelId="{C3E8B625-7D80-4A71-A048-B131D2373C35}" type="pres">
      <dgm:prSet presAssocID="{560B1A24-A1DB-4EC5-B956-D151C5E0F7F5}" presName="hierChild5" presStyleCnt="0"/>
      <dgm:spPr/>
    </dgm:pt>
    <dgm:pt modelId="{BD96C38C-3171-4E2B-BA5E-91FA0F8F0690}" type="pres">
      <dgm:prSet presAssocID="{C1FEBA00-8C48-4B95-B5FD-5582EE309891}" presName="Name37" presStyleLbl="parChTrans1D2" presStyleIdx="1" presStyleCnt="2"/>
      <dgm:spPr/>
    </dgm:pt>
    <dgm:pt modelId="{4F4CDC77-794D-45BD-9F36-A0E8763BFE71}" type="pres">
      <dgm:prSet presAssocID="{70C046A8-5AEF-459C-8125-A0D3DC620D9D}" presName="hierRoot2" presStyleCnt="0">
        <dgm:presLayoutVars>
          <dgm:hierBranch val="init"/>
        </dgm:presLayoutVars>
      </dgm:prSet>
      <dgm:spPr/>
    </dgm:pt>
    <dgm:pt modelId="{CD817C1B-5E68-40AF-BFDA-854A2F600C91}" type="pres">
      <dgm:prSet presAssocID="{70C046A8-5AEF-459C-8125-A0D3DC620D9D}" presName="rootComposite" presStyleCnt="0"/>
      <dgm:spPr/>
    </dgm:pt>
    <dgm:pt modelId="{FCD27D05-907F-498F-8647-8627EB611724}" type="pres">
      <dgm:prSet presAssocID="{70C046A8-5AEF-459C-8125-A0D3DC620D9D}" presName="rootText" presStyleLbl="node2" presStyleIdx="1" presStyleCnt="2">
        <dgm:presLayoutVars>
          <dgm:chPref val="3"/>
        </dgm:presLayoutVars>
      </dgm:prSet>
      <dgm:spPr/>
    </dgm:pt>
    <dgm:pt modelId="{B986B3FA-120C-4D49-8711-50C3DB8772C6}" type="pres">
      <dgm:prSet presAssocID="{70C046A8-5AEF-459C-8125-A0D3DC620D9D}" presName="rootConnector" presStyleLbl="node2" presStyleIdx="1" presStyleCnt="2"/>
      <dgm:spPr/>
    </dgm:pt>
    <dgm:pt modelId="{07DCC18B-BDB4-4FC1-AD0D-4F6CB88B92C2}" type="pres">
      <dgm:prSet presAssocID="{70C046A8-5AEF-459C-8125-A0D3DC620D9D}" presName="hierChild4" presStyleCnt="0"/>
      <dgm:spPr/>
    </dgm:pt>
    <dgm:pt modelId="{C5865521-F364-45CA-B50F-25CF9C2E315B}" type="pres">
      <dgm:prSet presAssocID="{54D199C9-E51E-4C6F-A6A7-796A5E01B8FE}" presName="Name37" presStyleLbl="parChTrans1D3" presStyleIdx="2" presStyleCnt="3"/>
      <dgm:spPr/>
    </dgm:pt>
    <dgm:pt modelId="{D6493B43-3FB9-47CA-BA42-AB08EEFB89B1}" type="pres">
      <dgm:prSet presAssocID="{ED1B45D4-73D5-49ED-8C1A-5014A6F25850}" presName="hierRoot2" presStyleCnt="0">
        <dgm:presLayoutVars>
          <dgm:hierBranch val="init"/>
        </dgm:presLayoutVars>
      </dgm:prSet>
      <dgm:spPr/>
    </dgm:pt>
    <dgm:pt modelId="{1624860F-03EB-4938-8636-F759FC162A82}" type="pres">
      <dgm:prSet presAssocID="{ED1B45D4-73D5-49ED-8C1A-5014A6F25850}" presName="rootComposite" presStyleCnt="0"/>
      <dgm:spPr/>
    </dgm:pt>
    <dgm:pt modelId="{A0D74BA0-8043-4424-94FF-3A2ACAC8977D}" type="pres">
      <dgm:prSet presAssocID="{ED1B45D4-73D5-49ED-8C1A-5014A6F25850}" presName="rootText" presStyleLbl="node3" presStyleIdx="2" presStyleCnt="3">
        <dgm:presLayoutVars>
          <dgm:chPref val="3"/>
        </dgm:presLayoutVars>
      </dgm:prSet>
      <dgm:spPr/>
    </dgm:pt>
    <dgm:pt modelId="{96269BDD-679D-41A8-9766-11194BEF53EE}" type="pres">
      <dgm:prSet presAssocID="{ED1B45D4-73D5-49ED-8C1A-5014A6F25850}" presName="rootConnector" presStyleLbl="node3" presStyleIdx="2" presStyleCnt="3"/>
      <dgm:spPr/>
    </dgm:pt>
    <dgm:pt modelId="{CD42EF22-2F2D-4869-B63C-71453500FE29}" type="pres">
      <dgm:prSet presAssocID="{ED1B45D4-73D5-49ED-8C1A-5014A6F25850}" presName="hierChild4" presStyleCnt="0"/>
      <dgm:spPr/>
    </dgm:pt>
    <dgm:pt modelId="{BC5A0FA2-5724-40D3-82F2-4E34826CD809}" type="pres">
      <dgm:prSet presAssocID="{ED1B45D4-73D5-49ED-8C1A-5014A6F25850}" presName="hierChild5" presStyleCnt="0"/>
      <dgm:spPr/>
    </dgm:pt>
    <dgm:pt modelId="{03A58FFA-2BC7-4E64-B8FA-1D8F28E08280}" type="pres">
      <dgm:prSet presAssocID="{70C046A8-5AEF-459C-8125-A0D3DC620D9D}" presName="hierChild5" presStyleCnt="0"/>
      <dgm:spPr/>
    </dgm:pt>
    <dgm:pt modelId="{53BBB12F-BB72-407E-8876-66CE10CD9AAF}" type="pres">
      <dgm:prSet presAssocID="{DCDA280F-5739-4D7E-9333-CBE07BAAAEC6}" presName="hierChild3" presStyleCnt="0"/>
      <dgm:spPr/>
    </dgm:pt>
  </dgm:ptLst>
  <dgm:cxnLst>
    <dgm:cxn modelId="{DAC78D14-29D0-4457-99C9-DC43ED8ABC1A}" type="presOf" srcId="{5B91458A-5055-428C-9C95-CCF0627C00E3}" destId="{4425C75A-3D78-4BF6-ADF2-6AF80D8EEC38}" srcOrd="0" destOrd="0" presId="urn:microsoft.com/office/officeart/2005/8/layout/orgChart1"/>
    <dgm:cxn modelId="{AEC56616-6C85-45FC-B5FF-063C05D7D411}" srcId="{560B1A24-A1DB-4EC5-B956-D151C5E0F7F5}" destId="{D2125D0D-BBDE-4EA8-AC21-E2D902D0DC61}" srcOrd="0" destOrd="0" parTransId="{DA162F44-C34E-4993-A1CB-4AB59754798C}" sibTransId="{A05480AD-4211-4BA8-853B-0A730544C77B}"/>
    <dgm:cxn modelId="{5F47941E-DF9A-44AF-A6FD-CACDE80E2884}" srcId="{DA81F668-6660-4338-9505-5710F9B5CCB3}" destId="{DCDA280F-5739-4D7E-9333-CBE07BAAAEC6}" srcOrd="0" destOrd="0" parTransId="{DDBA8420-048C-4E8C-879F-2ABC9DEA079E}" sibTransId="{3FBF4EEB-9B0E-4DD6-B1BC-5838EBBB7622}"/>
    <dgm:cxn modelId="{EE949534-B424-4B88-BA50-0E1F494DEE35}" srcId="{70C046A8-5AEF-459C-8125-A0D3DC620D9D}" destId="{ED1B45D4-73D5-49ED-8C1A-5014A6F25850}" srcOrd="0" destOrd="0" parTransId="{54D199C9-E51E-4C6F-A6A7-796A5E01B8FE}" sibTransId="{04B33DD4-2870-427B-96E1-282293941265}"/>
    <dgm:cxn modelId="{06649C34-3C7C-4DF1-BC48-1B9988FB51B9}" type="presOf" srcId="{C1FEBA00-8C48-4B95-B5FD-5582EE309891}" destId="{BD96C38C-3171-4E2B-BA5E-91FA0F8F0690}" srcOrd="0" destOrd="0" presId="urn:microsoft.com/office/officeart/2005/8/layout/orgChart1"/>
    <dgm:cxn modelId="{B9F17236-94B4-4D59-948E-7CDFA57A2582}" type="presOf" srcId="{ED1B45D4-73D5-49ED-8C1A-5014A6F25850}" destId="{96269BDD-679D-41A8-9766-11194BEF53EE}" srcOrd="1" destOrd="0" presId="urn:microsoft.com/office/officeart/2005/8/layout/orgChart1"/>
    <dgm:cxn modelId="{4346B14D-3CFA-4F5E-BE99-D7DE5E76C3AB}" type="presOf" srcId="{CE9FD2A6-8ABE-40AD-8785-33F4EC8B6B27}" destId="{527EB5DC-0A5F-4AB6-9DE6-A35B570AC4C3}" srcOrd="0" destOrd="0" presId="urn:microsoft.com/office/officeart/2005/8/layout/orgChart1"/>
    <dgm:cxn modelId="{24115A5F-1E29-4F6D-966F-35E942E62ECD}" type="presOf" srcId="{D123ED3D-5979-484B-94FF-C241CA3644AA}" destId="{B3591140-851A-4245-8047-0739084F610D}" srcOrd="0" destOrd="0" presId="urn:microsoft.com/office/officeart/2005/8/layout/orgChart1"/>
    <dgm:cxn modelId="{410F8A6B-B524-4A58-AD74-F1E10EBB9D07}" srcId="{DCDA280F-5739-4D7E-9333-CBE07BAAAEC6}" destId="{70C046A8-5AEF-459C-8125-A0D3DC620D9D}" srcOrd="1" destOrd="0" parTransId="{C1FEBA00-8C48-4B95-B5FD-5582EE309891}" sibTransId="{B771835E-8743-466F-B136-64771065C019}"/>
    <dgm:cxn modelId="{DBBE0078-0B5C-41E1-BBE3-502C22E751DF}" type="presOf" srcId="{462C937D-C5D2-46D4-B994-44BB2D6789E6}" destId="{30AC7F5C-041A-4062-A27E-E3DD49A0569C}" srcOrd="0" destOrd="0" presId="urn:microsoft.com/office/officeart/2005/8/layout/orgChart1"/>
    <dgm:cxn modelId="{5AD82988-9BDA-4831-BD46-790C808D8DAC}" type="presOf" srcId="{70C046A8-5AEF-459C-8125-A0D3DC620D9D}" destId="{FCD27D05-907F-498F-8647-8627EB611724}" srcOrd="0" destOrd="0" presId="urn:microsoft.com/office/officeart/2005/8/layout/orgChart1"/>
    <dgm:cxn modelId="{FE310C92-10DF-4873-A597-3231E8560DED}" srcId="{560B1A24-A1DB-4EC5-B956-D151C5E0F7F5}" destId="{D123ED3D-5979-484B-94FF-C241CA3644AA}" srcOrd="1" destOrd="0" parTransId="{5B91458A-5055-428C-9C95-CCF0627C00E3}" sibTransId="{80EBEE81-F8B1-4381-8142-0A8560B57378}"/>
    <dgm:cxn modelId="{850E2195-02FC-443D-B8AD-AA7403A71773}" type="presOf" srcId="{3AC42360-9558-4728-84D3-1958DB7D6435}" destId="{1BA6180D-4D1C-4035-B32F-F27C81B88C0C}" srcOrd="0" destOrd="0" presId="urn:microsoft.com/office/officeart/2005/8/layout/orgChart1"/>
    <dgm:cxn modelId="{A9237A95-F6C6-4698-99C6-EADFDF9635FD}" srcId="{D123ED3D-5979-484B-94FF-C241CA3644AA}" destId="{CE9FD2A6-8ABE-40AD-8785-33F4EC8B6B27}" srcOrd="1" destOrd="0" parTransId="{22B36BA0-808B-4B05-BF81-360F912A143D}" sibTransId="{DD052032-10F9-45D0-A178-2B60F51F2992}"/>
    <dgm:cxn modelId="{76EF4EA1-22B4-40D8-A067-9C0F095098AB}" srcId="{D123ED3D-5979-484B-94FF-C241CA3644AA}" destId="{3AC42360-9558-4728-84D3-1958DB7D6435}" srcOrd="0" destOrd="0" parTransId="{462C937D-C5D2-46D4-B994-44BB2D6789E6}" sibTransId="{DCC125C0-C382-4011-8C45-3F5C0783B37E}"/>
    <dgm:cxn modelId="{22EA96A1-ACE0-496E-90D5-545561DFEFF6}" type="presOf" srcId="{D2125D0D-BBDE-4EA8-AC21-E2D902D0DC61}" destId="{C28E1A03-0B26-413D-A2B7-C9F5B7ABF5CA}" srcOrd="0" destOrd="0" presId="urn:microsoft.com/office/officeart/2005/8/layout/orgChart1"/>
    <dgm:cxn modelId="{C83AEDA4-71F0-4068-B698-461780ECCDDC}" type="presOf" srcId="{CE9FD2A6-8ABE-40AD-8785-33F4EC8B6B27}" destId="{4125E3AD-7669-4FB3-BB9E-4159770B756C}" srcOrd="1" destOrd="0" presId="urn:microsoft.com/office/officeart/2005/8/layout/orgChart1"/>
    <dgm:cxn modelId="{E1EE4FA7-37D7-4D5C-BB54-91072BB2644C}" type="presOf" srcId="{DCDA280F-5739-4D7E-9333-CBE07BAAAEC6}" destId="{6E51110B-1B48-48A2-B622-2A0797450A08}" srcOrd="0" destOrd="0" presId="urn:microsoft.com/office/officeart/2005/8/layout/orgChart1"/>
    <dgm:cxn modelId="{7E5132B0-AC9F-494F-883C-C5C1404AC51A}" type="presOf" srcId="{3AC42360-9558-4728-84D3-1958DB7D6435}" destId="{EDD202BD-3D36-4B5A-8EB0-20AB1275FA74}" srcOrd="1" destOrd="0" presId="urn:microsoft.com/office/officeart/2005/8/layout/orgChart1"/>
    <dgm:cxn modelId="{B67AA2B8-7414-4E76-94F0-6A752642BC09}" type="presOf" srcId="{560B1A24-A1DB-4EC5-B956-D151C5E0F7F5}" destId="{BC96FFD2-D653-4557-A25D-6B6B29FB734B}" srcOrd="0" destOrd="0" presId="urn:microsoft.com/office/officeart/2005/8/layout/orgChart1"/>
    <dgm:cxn modelId="{C7D473C4-1E9A-475A-9B1E-05B16EE845B5}" srcId="{DCDA280F-5739-4D7E-9333-CBE07BAAAEC6}" destId="{560B1A24-A1DB-4EC5-B956-D151C5E0F7F5}" srcOrd="0" destOrd="0" parTransId="{D1C14221-E95A-427E-9464-952D0E58B005}" sibTransId="{17D9A1A5-2C29-4A2C-A3A2-A24AB795D56B}"/>
    <dgm:cxn modelId="{E50214C6-9E07-49AA-92BB-1EB53AB9820E}" type="presOf" srcId="{DA81F668-6660-4338-9505-5710F9B5CCB3}" destId="{EDCA3726-F3FF-4047-BEF4-2300B583B06E}" srcOrd="0" destOrd="0" presId="urn:microsoft.com/office/officeart/2005/8/layout/orgChart1"/>
    <dgm:cxn modelId="{8C80C6CC-C008-4DFA-B463-34BECD9C32AC}" type="presOf" srcId="{560B1A24-A1DB-4EC5-B956-D151C5E0F7F5}" destId="{7A83F1FA-7AE4-43F2-881C-D48197E15C71}" srcOrd="1" destOrd="0" presId="urn:microsoft.com/office/officeart/2005/8/layout/orgChart1"/>
    <dgm:cxn modelId="{A03B40D2-007B-4FFE-B080-97AA396CC2C9}" type="presOf" srcId="{DCDA280F-5739-4D7E-9333-CBE07BAAAEC6}" destId="{71968905-1FBA-4D49-B481-92F1D10EA11A}" srcOrd="1" destOrd="0" presId="urn:microsoft.com/office/officeart/2005/8/layout/orgChart1"/>
    <dgm:cxn modelId="{2E9F60E1-BA8A-4162-BABE-332B237D9DDF}" type="presOf" srcId="{22B36BA0-808B-4B05-BF81-360F912A143D}" destId="{4314AF83-DA9F-4261-B432-357C2D898E12}" srcOrd="0" destOrd="0" presId="urn:microsoft.com/office/officeart/2005/8/layout/orgChart1"/>
    <dgm:cxn modelId="{EFF164E2-D2C0-46D8-9FEF-6F84F5CC58D9}" type="presOf" srcId="{70C046A8-5AEF-459C-8125-A0D3DC620D9D}" destId="{B986B3FA-120C-4D49-8711-50C3DB8772C6}" srcOrd="1" destOrd="0" presId="urn:microsoft.com/office/officeart/2005/8/layout/orgChart1"/>
    <dgm:cxn modelId="{131841E4-DCF7-486F-B448-71E595AB99E7}" type="presOf" srcId="{D1C14221-E95A-427E-9464-952D0E58B005}" destId="{27E5BCD8-D5D9-4EBB-B5C0-A1AE3C76A3CE}" srcOrd="0" destOrd="0" presId="urn:microsoft.com/office/officeart/2005/8/layout/orgChart1"/>
    <dgm:cxn modelId="{8191D5F2-D718-4BB2-A537-9086CDB7930B}" type="presOf" srcId="{ED1B45D4-73D5-49ED-8C1A-5014A6F25850}" destId="{A0D74BA0-8043-4424-94FF-3A2ACAC8977D}" srcOrd="0" destOrd="0" presId="urn:microsoft.com/office/officeart/2005/8/layout/orgChart1"/>
    <dgm:cxn modelId="{120BFCF7-0F22-40F8-9114-1AD9D6CC2EC9}" type="presOf" srcId="{DA162F44-C34E-4993-A1CB-4AB59754798C}" destId="{AF7B43FE-4E06-4FF4-A71C-508476DABC31}" srcOrd="0" destOrd="0" presId="urn:microsoft.com/office/officeart/2005/8/layout/orgChart1"/>
    <dgm:cxn modelId="{287442FB-47A2-4236-B3D8-890C9287E9EA}" type="presOf" srcId="{54D199C9-E51E-4C6F-A6A7-796A5E01B8FE}" destId="{C5865521-F364-45CA-B50F-25CF9C2E315B}" srcOrd="0" destOrd="0" presId="urn:microsoft.com/office/officeart/2005/8/layout/orgChart1"/>
    <dgm:cxn modelId="{B6B22FFE-9F65-4720-8A27-BBB10930C089}" type="presOf" srcId="{D123ED3D-5979-484B-94FF-C241CA3644AA}" destId="{8AAD002A-C92A-4A06-9AA2-B549275E595F}" srcOrd="1" destOrd="0" presId="urn:microsoft.com/office/officeart/2005/8/layout/orgChart1"/>
    <dgm:cxn modelId="{E7CE46FE-9C5B-4EAC-A932-BD75CE8FECC6}" type="presOf" srcId="{D2125D0D-BBDE-4EA8-AC21-E2D902D0DC61}" destId="{6766FBC6-5DD2-41FC-8E2F-0A8064E0910A}" srcOrd="1" destOrd="0" presId="urn:microsoft.com/office/officeart/2005/8/layout/orgChart1"/>
    <dgm:cxn modelId="{8637C653-1BB7-4E26-A2E2-D4FB4F6C5515}" type="presParOf" srcId="{EDCA3726-F3FF-4047-BEF4-2300B583B06E}" destId="{EC86D19E-4A54-4BE0-B31C-FD9DBD674D6B}" srcOrd="0" destOrd="0" presId="urn:microsoft.com/office/officeart/2005/8/layout/orgChart1"/>
    <dgm:cxn modelId="{2893A949-FBB8-4A82-86D3-94BE740B544C}" type="presParOf" srcId="{EC86D19E-4A54-4BE0-B31C-FD9DBD674D6B}" destId="{0699E517-654B-4ECC-B198-7AC048AE96C5}" srcOrd="0" destOrd="0" presId="urn:microsoft.com/office/officeart/2005/8/layout/orgChart1"/>
    <dgm:cxn modelId="{660E6FBE-3827-4395-9C05-57E107DCF72B}" type="presParOf" srcId="{0699E517-654B-4ECC-B198-7AC048AE96C5}" destId="{6E51110B-1B48-48A2-B622-2A0797450A08}" srcOrd="0" destOrd="0" presId="urn:microsoft.com/office/officeart/2005/8/layout/orgChart1"/>
    <dgm:cxn modelId="{B66C9BD9-01D8-4743-9D7F-21889E3C4898}" type="presParOf" srcId="{0699E517-654B-4ECC-B198-7AC048AE96C5}" destId="{71968905-1FBA-4D49-B481-92F1D10EA11A}" srcOrd="1" destOrd="0" presId="urn:microsoft.com/office/officeart/2005/8/layout/orgChart1"/>
    <dgm:cxn modelId="{984C9573-A65C-408E-8B9B-98605E523E54}" type="presParOf" srcId="{EC86D19E-4A54-4BE0-B31C-FD9DBD674D6B}" destId="{0BCF5283-C5E4-4693-8A1C-2EEC17A2B552}" srcOrd="1" destOrd="0" presId="urn:microsoft.com/office/officeart/2005/8/layout/orgChart1"/>
    <dgm:cxn modelId="{52326B11-4616-44CE-B902-5DFC52DA5061}" type="presParOf" srcId="{0BCF5283-C5E4-4693-8A1C-2EEC17A2B552}" destId="{27E5BCD8-D5D9-4EBB-B5C0-A1AE3C76A3CE}" srcOrd="0" destOrd="0" presId="urn:microsoft.com/office/officeart/2005/8/layout/orgChart1"/>
    <dgm:cxn modelId="{95C6C589-9F46-43C5-B50A-71DB4DAE48E6}" type="presParOf" srcId="{0BCF5283-C5E4-4693-8A1C-2EEC17A2B552}" destId="{3F813F8E-FB93-4E54-9F0C-6B4C7D4B8FB9}" srcOrd="1" destOrd="0" presId="urn:microsoft.com/office/officeart/2005/8/layout/orgChart1"/>
    <dgm:cxn modelId="{001FEFB0-00AF-4DFB-9474-17EACB88699F}" type="presParOf" srcId="{3F813F8E-FB93-4E54-9F0C-6B4C7D4B8FB9}" destId="{0AF1124A-A517-4591-BBE5-213FA55C137F}" srcOrd="0" destOrd="0" presId="urn:microsoft.com/office/officeart/2005/8/layout/orgChart1"/>
    <dgm:cxn modelId="{FC58EB4D-AFF1-406D-9A4D-738C1D2A121B}" type="presParOf" srcId="{0AF1124A-A517-4591-BBE5-213FA55C137F}" destId="{BC96FFD2-D653-4557-A25D-6B6B29FB734B}" srcOrd="0" destOrd="0" presId="urn:microsoft.com/office/officeart/2005/8/layout/orgChart1"/>
    <dgm:cxn modelId="{A4F561A5-FA55-42FE-AA7D-07D500C04A18}" type="presParOf" srcId="{0AF1124A-A517-4591-BBE5-213FA55C137F}" destId="{7A83F1FA-7AE4-43F2-881C-D48197E15C71}" srcOrd="1" destOrd="0" presId="urn:microsoft.com/office/officeart/2005/8/layout/orgChart1"/>
    <dgm:cxn modelId="{713DD6CD-2191-4D75-A542-A5B9A6CC02E6}" type="presParOf" srcId="{3F813F8E-FB93-4E54-9F0C-6B4C7D4B8FB9}" destId="{B2BAAE8A-EC4B-4287-9CEA-A86EED9B191B}" srcOrd="1" destOrd="0" presId="urn:microsoft.com/office/officeart/2005/8/layout/orgChart1"/>
    <dgm:cxn modelId="{358B2D60-692A-4176-9DED-3FA2F4776A9F}" type="presParOf" srcId="{B2BAAE8A-EC4B-4287-9CEA-A86EED9B191B}" destId="{AF7B43FE-4E06-4FF4-A71C-508476DABC31}" srcOrd="0" destOrd="0" presId="urn:microsoft.com/office/officeart/2005/8/layout/orgChart1"/>
    <dgm:cxn modelId="{D0C3870D-E4E8-409F-B5B2-8D0AF3DCD873}" type="presParOf" srcId="{B2BAAE8A-EC4B-4287-9CEA-A86EED9B191B}" destId="{60F57CD7-C9C6-46EC-A23B-1A4B3DF57A44}" srcOrd="1" destOrd="0" presId="urn:microsoft.com/office/officeart/2005/8/layout/orgChart1"/>
    <dgm:cxn modelId="{5D047E7E-5C82-4AC6-89DA-081B3303E2DF}" type="presParOf" srcId="{60F57CD7-C9C6-46EC-A23B-1A4B3DF57A44}" destId="{742E86C9-4C21-4A66-A143-AA3A85D6A4DA}" srcOrd="0" destOrd="0" presId="urn:microsoft.com/office/officeart/2005/8/layout/orgChart1"/>
    <dgm:cxn modelId="{5B27D1A4-3800-4122-A1FC-01D7D31442F8}" type="presParOf" srcId="{742E86C9-4C21-4A66-A143-AA3A85D6A4DA}" destId="{C28E1A03-0B26-413D-A2B7-C9F5B7ABF5CA}" srcOrd="0" destOrd="0" presId="urn:microsoft.com/office/officeart/2005/8/layout/orgChart1"/>
    <dgm:cxn modelId="{2E1069DB-A5F0-47D9-8C23-9190906247D8}" type="presParOf" srcId="{742E86C9-4C21-4A66-A143-AA3A85D6A4DA}" destId="{6766FBC6-5DD2-41FC-8E2F-0A8064E0910A}" srcOrd="1" destOrd="0" presId="urn:microsoft.com/office/officeart/2005/8/layout/orgChart1"/>
    <dgm:cxn modelId="{2E0FFB39-1CE4-40DF-B146-F29D703D8D83}" type="presParOf" srcId="{60F57CD7-C9C6-46EC-A23B-1A4B3DF57A44}" destId="{F6B65E2D-5973-487E-B673-1D9A250EC979}" srcOrd="1" destOrd="0" presId="urn:microsoft.com/office/officeart/2005/8/layout/orgChart1"/>
    <dgm:cxn modelId="{4B7B9F60-3FCC-42FC-97D3-C502AA846B4B}" type="presParOf" srcId="{60F57CD7-C9C6-46EC-A23B-1A4B3DF57A44}" destId="{799CDC6E-DB47-41E3-ADC9-52F7F74364D4}" srcOrd="2" destOrd="0" presId="urn:microsoft.com/office/officeart/2005/8/layout/orgChart1"/>
    <dgm:cxn modelId="{EAB53309-10CD-4CE9-B76A-BF8E13C57CF3}" type="presParOf" srcId="{B2BAAE8A-EC4B-4287-9CEA-A86EED9B191B}" destId="{4425C75A-3D78-4BF6-ADF2-6AF80D8EEC38}" srcOrd="2" destOrd="0" presId="urn:microsoft.com/office/officeart/2005/8/layout/orgChart1"/>
    <dgm:cxn modelId="{73DF87DC-35EE-45DE-8191-CCAF7A5EC76D}" type="presParOf" srcId="{B2BAAE8A-EC4B-4287-9CEA-A86EED9B191B}" destId="{9E1BECD4-31C0-41A7-A56C-8B43EB4A14D7}" srcOrd="3" destOrd="0" presId="urn:microsoft.com/office/officeart/2005/8/layout/orgChart1"/>
    <dgm:cxn modelId="{5D90E8CF-099F-40E1-8775-5DEB4BE8A5CB}" type="presParOf" srcId="{9E1BECD4-31C0-41A7-A56C-8B43EB4A14D7}" destId="{E5485E20-CCBD-472C-84AB-8D00FF16A0A8}" srcOrd="0" destOrd="0" presId="urn:microsoft.com/office/officeart/2005/8/layout/orgChart1"/>
    <dgm:cxn modelId="{3DE3C55A-758F-4FCD-86A5-F87F110518C7}" type="presParOf" srcId="{E5485E20-CCBD-472C-84AB-8D00FF16A0A8}" destId="{B3591140-851A-4245-8047-0739084F610D}" srcOrd="0" destOrd="0" presId="urn:microsoft.com/office/officeart/2005/8/layout/orgChart1"/>
    <dgm:cxn modelId="{FE589E52-0786-414F-A916-23DF6F2D2CB1}" type="presParOf" srcId="{E5485E20-CCBD-472C-84AB-8D00FF16A0A8}" destId="{8AAD002A-C92A-4A06-9AA2-B549275E595F}" srcOrd="1" destOrd="0" presId="urn:microsoft.com/office/officeart/2005/8/layout/orgChart1"/>
    <dgm:cxn modelId="{CC023318-A590-41FA-9FA1-4718E00C2CA2}" type="presParOf" srcId="{9E1BECD4-31C0-41A7-A56C-8B43EB4A14D7}" destId="{CC3BE619-4C63-4A23-AB80-B9E26BA1BBC2}" srcOrd="1" destOrd="0" presId="urn:microsoft.com/office/officeart/2005/8/layout/orgChart1"/>
    <dgm:cxn modelId="{66B30AB3-34F1-4605-B122-24DC160328C6}" type="presParOf" srcId="{CC3BE619-4C63-4A23-AB80-B9E26BA1BBC2}" destId="{30AC7F5C-041A-4062-A27E-E3DD49A0569C}" srcOrd="0" destOrd="0" presId="urn:microsoft.com/office/officeart/2005/8/layout/orgChart1"/>
    <dgm:cxn modelId="{34ACB1D1-82E6-46CB-9859-90C2958BAF97}" type="presParOf" srcId="{CC3BE619-4C63-4A23-AB80-B9E26BA1BBC2}" destId="{99443272-9FFB-4DDD-8352-607A143159D1}" srcOrd="1" destOrd="0" presId="urn:microsoft.com/office/officeart/2005/8/layout/orgChart1"/>
    <dgm:cxn modelId="{3598F70C-1826-4D33-A66A-C3D732519989}" type="presParOf" srcId="{99443272-9FFB-4DDD-8352-607A143159D1}" destId="{807361F4-E838-4225-B1D6-209599AEF8A8}" srcOrd="0" destOrd="0" presId="urn:microsoft.com/office/officeart/2005/8/layout/orgChart1"/>
    <dgm:cxn modelId="{9B6F3B8C-8C92-44A3-B966-B0C6758EB378}" type="presParOf" srcId="{807361F4-E838-4225-B1D6-209599AEF8A8}" destId="{1BA6180D-4D1C-4035-B32F-F27C81B88C0C}" srcOrd="0" destOrd="0" presId="urn:microsoft.com/office/officeart/2005/8/layout/orgChart1"/>
    <dgm:cxn modelId="{8C320723-A0AA-40DB-BD6B-85C3F781CB41}" type="presParOf" srcId="{807361F4-E838-4225-B1D6-209599AEF8A8}" destId="{EDD202BD-3D36-4B5A-8EB0-20AB1275FA74}" srcOrd="1" destOrd="0" presId="urn:microsoft.com/office/officeart/2005/8/layout/orgChart1"/>
    <dgm:cxn modelId="{30E4174A-210C-4095-8D3F-AD77C207155C}" type="presParOf" srcId="{99443272-9FFB-4DDD-8352-607A143159D1}" destId="{423EE6E8-9EE1-4F64-A6A4-642F76AE69BC}" srcOrd="1" destOrd="0" presId="urn:microsoft.com/office/officeart/2005/8/layout/orgChart1"/>
    <dgm:cxn modelId="{9DC716C1-49F3-46A0-9B73-0BF104B236C5}" type="presParOf" srcId="{99443272-9FFB-4DDD-8352-607A143159D1}" destId="{C25AB805-61EE-4E1E-83F3-9852900427CA}" srcOrd="2" destOrd="0" presId="urn:microsoft.com/office/officeart/2005/8/layout/orgChart1"/>
    <dgm:cxn modelId="{F9CD736B-8841-4534-B0A1-010C7FA34268}" type="presParOf" srcId="{CC3BE619-4C63-4A23-AB80-B9E26BA1BBC2}" destId="{4314AF83-DA9F-4261-B432-357C2D898E12}" srcOrd="2" destOrd="0" presId="urn:microsoft.com/office/officeart/2005/8/layout/orgChart1"/>
    <dgm:cxn modelId="{CCFE2E8B-13ED-46BC-AD56-20C14409F9A5}" type="presParOf" srcId="{CC3BE619-4C63-4A23-AB80-B9E26BA1BBC2}" destId="{27244AB9-A801-4EC6-8195-99846D1E8C54}" srcOrd="3" destOrd="0" presId="urn:microsoft.com/office/officeart/2005/8/layout/orgChart1"/>
    <dgm:cxn modelId="{2EA18910-6D7B-40DA-BC3C-3C69E57B9BBB}" type="presParOf" srcId="{27244AB9-A801-4EC6-8195-99846D1E8C54}" destId="{5FD4A847-8800-4561-8576-1DDC093FFA64}" srcOrd="0" destOrd="0" presId="urn:microsoft.com/office/officeart/2005/8/layout/orgChart1"/>
    <dgm:cxn modelId="{BAFC8326-FAFD-4C42-B8AC-1F7D9870111D}" type="presParOf" srcId="{5FD4A847-8800-4561-8576-1DDC093FFA64}" destId="{527EB5DC-0A5F-4AB6-9DE6-A35B570AC4C3}" srcOrd="0" destOrd="0" presId="urn:microsoft.com/office/officeart/2005/8/layout/orgChart1"/>
    <dgm:cxn modelId="{FA553740-116B-4770-8A50-AA8F8886A0ED}" type="presParOf" srcId="{5FD4A847-8800-4561-8576-1DDC093FFA64}" destId="{4125E3AD-7669-4FB3-BB9E-4159770B756C}" srcOrd="1" destOrd="0" presId="urn:microsoft.com/office/officeart/2005/8/layout/orgChart1"/>
    <dgm:cxn modelId="{C2819C6D-06F2-485A-8B77-9442C0149E21}" type="presParOf" srcId="{27244AB9-A801-4EC6-8195-99846D1E8C54}" destId="{DBF324D0-7030-4CD5-89E5-AEC0E3BBBA65}" srcOrd="1" destOrd="0" presId="urn:microsoft.com/office/officeart/2005/8/layout/orgChart1"/>
    <dgm:cxn modelId="{635519A7-5355-44C2-9469-EB743E4503DD}" type="presParOf" srcId="{27244AB9-A801-4EC6-8195-99846D1E8C54}" destId="{4834D67C-BDAA-46B5-A510-7F97ADFF2FF7}" srcOrd="2" destOrd="0" presId="urn:microsoft.com/office/officeart/2005/8/layout/orgChart1"/>
    <dgm:cxn modelId="{7F34AF05-19D6-4625-9A97-E81982C08A60}" type="presParOf" srcId="{9E1BECD4-31C0-41A7-A56C-8B43EB4A14D7}" destId="{8736F242-42FF-4932-A067-F76B6C9E4418}" srcOrd="2" destOrd="0" presId="urn:microsoft.com/office/officeart/2005/8/layout/orgChart1"/>
    <dgm:cxn modelId="{2997653C-30EB-4B5C-A5F8-F8D2D5735E81}" type="presParOf" srcId="{3F813F8E-FB93-4E54-9F0C-6B4C7D4B8FB9}" destId="{C3E8B625-7D80-4A71-A048-B131D2373C35}" srcOrd="2" destOrd="0" presId="urn:microsoft.com/office/officeart/2005/8/layout/orgChart1"/>
    <dgm:cxn modelId="{8887E76F-C82F-4222-B24A-3986CF89FCB4}" type="presParOf" srcId="{0BCF5283-C5E4-4693-8A1C-2EEC17A2B552}" destId="{BD96C38C-3171-4E2B-BA5E-91FA0F8F0690}" srcOrd="2" destOrd="0" presId="urn:microsoft.com/office/officeart/2005/8/layout/orgChart1"/>
    <dgm:cxn modelId="{8B6AC0AB-0B39-4EA2-B9A4-DA0454D6CDDE}" type="presParOf" srcId="{0BCF5283-C5E4-4693-8A1C-2EEC17A2B552}" destId="{4F4CDC77-794D-45BD-9F36-A0E8763BFE71}" srcOrd="3" destOrd="0" presId="urn:microsoft.com/office/officeart/2005/8/layout/orgChart1"/>
    <dgm:cxn modelId="{DA65FA91-AEBD-47D4-86A4-AA029C10E823}" type="presParOf" srcId="{4F4CDC77-794D-45BD-9F36-A0E8763BFE71}" destId="{CD817C1B-5E68-40AF-BFDA-854A2F600C91}" srcOrd="0" destOrd="0" presId="urn:microsoft.com/office/officeart/2005/8/layout/orgChart1"/>
    <dgm:cxn modelId="{59860E53-1E20-49AF-B33D-B69770C66B05}" type="presParOf" srcId="{CD817C1B-5E68-40AF-BFDA-854A2F600C91}" destId="{FCD27D05-907F-498F-8647-8627EB611724}" srcOrd="0" destOrd="0" presId="urn:microsoft.com/office/officeart/2005/8/layout/orgChart1"/>
    <dgm:cxn modelId="{B5375333-FEE6-4717-8AFD-F309A392C535}" type="presParOf" srcId="{CD817C1B-5E68-40AF-BFDA-854A2F600C91}" destId="{B986B3FA-120C-4D49-8711-50C3DB8772C6}" srcOrd="1" destOrd="0" presId="urn:microsoft.com/office/officeart/2005/8/layout/orgChart1"/>
    <dgm:cxn modelId="{7277F559-6F4B-494E-B607-2D127F784A81}" type="presParOf" srcId="{4F4CDC77-794D-45BD-9F36-A0E8763BFE71}" destId="{07DCC18B-BDB4-4FC1-AD0D-4F6CB88B92C2}" srcOrd="1" destOrd="0" presId="urn:microsoft.com/office/officeart/2005/8/layout/orgChart1"/>
    <dgm:cxn modelId="{02F061BA-83F2-4B89-9D40-4DBEB448B2B1}" type="presParOf" srcId="{07DCC18B-BDB4-4FC1-AD0D-4F6CB88B92C2}" destId="{C5865521-F364-45CA-B50F-25CF9C2E315B}" srcOrd="0" destOrd="0" presId="urn:microsoft.com/office/officeart/2005/8/layout/orgChart1"/>
    <dgm:cxn modelId="{5B356484-6F0A-4FDB-92C5-160B559FA02B}" type="presParOf" srcId="{07DCC18B-BDB4-4FC1-AD0D-4F6CB88B92C2}" destId="{D6493B43-3FB9-47CA-BA42-AB08EEFB89B1}" srcOrd="1" destOrd="0" presId="urn:microsoft.com/office/officeart/2005/8/layout/orgChart1"/>
    <dgm:cxn modelId="{A8436959-3794-4041-8C1E-158A81611DC0}" type="presParOf" srcId="{D6493B43-3FB9-47CA-BA42-AB08EEFB89B1}" destId="{1624860F-03EB-4938-8636-F759FC162A82}" srcOrd="0" destOrd="0" presId="urn:microsoft.com/office/officeart/2005/8/layout/orgChart1"/>
    <dgm:cxn modelId="{38AFCF3A-EC00-44CC-AFB1-E00C14E39A2A}" type="presParOf" srcId="{1624860F-03EB-4938-8636-F759FC162A82}" destId="{A0D74BA0-8043-4424-94FF-3A2ACAC8977D}" srcOrd="0" destOrd="0" presId="urn:microsoft.com/office/officeart/2005/8/layout/orgChart1"/>
    <dgm:cxn modelId="{320890F3-2AB6-42E8-A887-1C80DF728557}" type="presParOf" srcId="{1624860F-03EB-4938-8636-F759FC162A82}" destId="{96269BDD-679D-41A8-9766-11194BEF53EE}" srcOrd="1" destOrd="0" presId="urn:microsoft.com/office/officeart/2005/8/layout/orgChart1"/>
    <dgm:cxn modelId="{E2942111-49CD-4390-B4BC-70EFCDB02C3C}" type="presParOf" srcId="{D6493B43-3FB9-47CA-BA42-AB08EEFB89B1}" destId="{CD42EF22-2F2D-4869-B63C-71453500FE29}" srcOrd="1" destOrd="0" presId="urn:microsoft.com/office/officeart/2005/8/layout/orgChart1"/>
    <dgm:cxn modelId="{1E987414-6042-4AB5-AD41-E235F4623A16}" type="presParOf" srcId="{D6493B43-3FB9-47CA-BA42-AB08EEFB89B1}" destId="{BC5A0FA2-5724-40D3-82F2-4E34826CD809}" srcOrd="2" destOrd="0" presId="urn:microsoft.com/office/officeart/2005/8/layout/orgChart1"/>
    <dgm:cxn modelId="{0F9183C1-61E0-4467-AC6F-3E32BC33AADD}" type="presParOf" srcId="{4F4CDC77-794D-45BD-9F36-A0E8763BFE71}" destId="{03A58FFA-2BC7-4E64-B8FA-1D8F28E08280}" srcOrd="2" destOrd="0" presId="urn:microsoft.com/office/officeart/2005/8/layout/orgChart1"/>
    <dgm:cxn modelId="{116BEF5F-FEDA-4898-9CF0-871DFEC600F7}" type="presParOf" srcId="{EC86D19E-4A54-4BE0-B31C-FD9DBD674D6B}" destId="{53BBB12F-BB72-407E-8876-66CE10CD9AA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7D64E-49FA-4452-806B-B16580D54436}">
      <dsp:nvSpPr>
        <dsp:cNvPr id="0" name=""/>
        <dsp:cNvSpPr/>
      </dsp:nvSpPr>
      <dsp:spPr>
        <a:xfrm>
          <a:off x="6974590" y="906592"/>
          <a:ext cx="4283365" cy="330397"/>
        </a:xfrm>
        <a:custGeom>
          <a:avLst/>
          <a:gdLst/>
          <a:ahLst/>
          <a:cxnLst/>
          <a:rect l="0" t="0" r="0" b="0"/>
          <a:pathLst>
            <a:path>
              <a:moveTo>
                <a:pt x="0" y="0"/>
              </a:moveTo>
              <a:lnTo>
                <a:pt x="0" y="165198"/>
              </a:lnTo>
              <a:lnTo>
                <a:pt x="4283365" y="165198"/>
              </a:lnTo>
              <a:lnTo>
                <a:pt x="4283365"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010B3-7423-4569-85B5-92A2B031B381}">
      <dsp:nvSpPr>
        <dsp:cNvPr id="0" name=""/>
        <dsp:cNvSpPr/>
      </dsp:nvSpPr>
      <dsp:spPr>
        <a:xfrm>
          <a:off x="6974590" y="906592"/>
          <a:ext cx="2379647" cy="330397"/>
        </a:xfrm>
        <a:custGeom>
          <a:avLst/>
          <a:gdLst/>
          <a:ahLst/>
          <a:cxnLst/>
          <a:rect l="0" t="0" r="0" b="0"/>
          <a:pathLst>
            <a:path>
              <a:moveTo>
                <a:pt x="0" y="0"/>
              </a:moveTo>
              <a:lnTo>
                <a:pt x="0" y="165198"/>
              </a:lnTo>
              <a:lnTo>
                <a:pt x="2379647" y="165198"/>
              </a:lnTo>
              <a:lnTo>
                <a:pt x="2379647"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E2490A-8F2E-474A-9B86-D488AF39B84A}">
      <dsp:nvSpPr>
        <dsp:cNvPr id="0" name=""/>
        <dsp:cNvSpPr/>
      </dsp:nvSpPr>
      <dsp:spPr>
        <a:xfrm>
          <a:off x="7773050" y="3140708"/>
          <a:ext cx="235998" cy="2957843"/>
        </a:xfrm>
        <a:custGeom>
          <a:avLst/>
          <a:gdLst/>
          <a:ahLst/>
          <a:cxnLst/>
          <a:rect l="0" t="0" r="0" b="0"/>
          <a:pathLst>
            <a:path>
              <a:moveTo>
                <a:pt x="0" y="0"/>
              </a:moveTo>
              <a:lnTo>
                <a:pt x="0" y="2957843"/>
              </a:lnTo>
              <a:lnTo>
                <a:pt x="235998" y="295784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1ACB0F-7AE0-420C-9A12-894612F11681}">
      <dsp:nvSpPr>
        <dsp:cNvPr id="0" name=""/>
        <dsp:cNvSpPr/>
      </dsp:nvSpPr>
      <dsp:spPr>
        <a:xfrm>
          <a:off x="7773050" y="3140708"/>
          <a:ext cx="235998" cy="1840785"/>
        </a:xfrm>
        <a:custGeom>
          <a:avLst/>
          <a:gdLst/>
          <a:ahLst/>
          <a:cxnLst/>
          <a:rect l="0" t="0" r="0" b="0"/>
          <a:pathLst>
            <a:path>
              <a:moveTo>
                <a:pt x="0" y="0"/>
              </a:moveTo>
              <a:lnTo>
                <a:pt x="0" y="1840785"/>
              </a:lnTo>
              <a:lnTo>
                <a:pt x="235998" y="184078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8D7ED6-625E-4374-9A06-5DF22C702BC6}">
      <dsp:nvSpPr>
        <dsp:cNvPr id="0" name=""/>
        <dsp:cNvSpPr/>
      </dsp:nvSpPr>
      <dsp:spPr>
        <a:xfrm>
          <a:off x="7773050" y="3140708"/>
          <a:ext cx="235998" cy="723727"/>
        </a:xfrm>
        <a:custGeom>
          <a:avLst/>
          <a:gdLst/>
          <a:ahLst/>
          <a:cxnLst/>
          <a:rect l="0" t="0" r="0" b="0"/>
          <a:pathLst>
            <a:path>
              <a:moveTo>
                <a:pt x="0" y="0"/>
              </a:moveTo>
              <a:lnTo>
                <a:pt x="0" y="723727"/>
              </a:lnTo>
              <a:lnTo>
                <a:pt x="235998" y="72372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424E00-2D8D-4130-9C33-77997EC7227D}">
      <dsp:nvSpPr>
        <dsp:cNvPr id="0" name=""/>
        <dsp:cNvSpPr/>
      </dsp:nvSpPr>
      <dsp:spPr>
        <a:xfrm>
          <a:off x="7450519" y="2023650"/>
          <a:ext cx="951859" cy="330397"/>
        </a:xfrm>
        <a:custGeom>
          <a:avLst/>
          <a:gdLst/>
          <a:ahLst/>
          <a:cxnLst/>
          <a:rect l="0" t="0" r="0" b="0"/>
          <a:pathLst>
            <a:path>
              <a:moveTo>
                <a:pt x="0" y="0"/>
              </a:moveTo>
              <a:lnTo>
                <a:pt x="0" y="165198"/>
              </a:lnTo>
              <a:lnTo>
                <a:pt x="951859" y="165198"/>
              </a:lnTo>
              <a:lnTo>
                <a:pt x="951859"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E98F93-7B39-4033-89C1-AE1D1012B095}">
      <dsp:nvSpPr>
        <dsp:cNvPr id="0" name=""/>
        <dsp:cNvSpPr/>
      </dsp:nvSpPr>
      <dsp:spPr>
        <a:xfrm>
          <a:off x="6498660" y="2023650"/>
          <a:ext cx="951859" cy="330397"/>
        </a:xfrm>
        <a:custGeom>
          <a:avLst/>
          <a:gdLst/>
          <a:ahLst/>
          <a:cxnLst/>
          <a:rect l="0" t="0" r="0" b="0"/>
          <a:pathLst>
            <a:path>
              <a:moveTo>
                <a:pt x="951859" y="0"/>
              </a:moveTo>
              <a:lnTo>
                <a:pt x="951859" y="165198"/>
              </a:lnTo>
              <a:lnTo>
                <a:pt x="0" y="165198"/>
              </a:lnTo>
              <a:lnTo>
                <a:pt x="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3A2A72-02C2-4D3E-8B0D-189DD8280121}">
      <dsp:nvSpPr>
        <dsp:cNvPr id="0" name=""/>
        <dsp:cNvSpPr/>
      </dsp:nvSpPr>
      <dsp:spPr>
        <a:xfrm>
          <a:off x="6974590" y="906592"/>
          <a:ext cx="475929" cy="330397"/>
        </a:xfrm>
        <a:custGeom>
          <a:avLst/>
          <a:gdLst/>
          <a:ahLst/>
          <a:cxnLst/>
          <a:rect l="0" t="0" r="0" b="0"/>
          <a:pathLst>
            <a:path>
              <a:moveTo>
                <a:pt x="0" y="0"/>
              </a:moveTo>
              <a:lnTo>
                <a:pt x="0" y="165198"/>
              </a:lnTo>
              <a:lnTo>
                <a:pt x="475929" y="165198"/>
              </a:lnTo>
              <a:lnTo>
                <a:pt x="475929"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504FCB-2E6E-4DA6-9C88-4DE299D3BD5A}">
      <dsp:nvSpPr>
        <dsp:cNvPr id="0" name=""/>
        <dsp:cNvSpPr/>
      </dsp:nvSpPr>
      <dsp:spPr>
        <a:xfrm>
          <a:off x="3965613" y="3140708"/>
          <a:ext cx="235998" cy="723727"/>
        </a:xfrm>
        <a:custGeom>
          <a:avLst/>
          <a:gdLst/>
          <a:ahLst/>
          <a:cxnLst/>
          <a:rect l="0" t="0" r="0" b="0"/>
          <a:pathLst>
            <a:path>
              <a:moveTo>
                <a:pt x="0" y="0"/>
              </a:moveTo>
              <a:lnTo>
                <a:pt x="0" y="723727"/>
              </a:lnTo>
              <a:lnTo>
                <a:pt x="235998" y="72372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698050-BB36-4D68-8A72-E58CBA8BC7FC}">
      <dsp:nvSpPr>
        <dsp:cNvPr id="0" name=""/>
        <dsp:cNvSpPr/>
      </dsp:nvSpPr>
      <dsp:spPr>
        <a:xfrm>
          <a:off x="2691224" y="2023650"/>
          <a:ext cx="1903718" cy="330397"/>
        </a:xfrm>
        <a:custGeom>
          <a:avLst/>
          <a:gdLst/>
          <a:ahLst/>
          <a:cxnLst/>
          <a:rect l="0" t="0" r="0" b="0"/>
          <a:pathLst>
            <a:path>
              <a:moveTo>
                <a:pt x="0" y="0"/>
              </a:moveTo>
              <a:lnTo>
                <a:pt x="0" y="165198"/>
              </a:lnTo>
              <a:lnTo>
                <a:pt x="1903718" y="165198"/>
              </a:lnTo>
              <a:lnTo>
                <a:pt x="1903718"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630CBA-4950-4E52-A631-1A193AAD2B31}">
      <dsp:nvSpPr>
        <dsp:cNvPr id="0" name=""/>
        <dsp:cNvSpPr/>
      </dsp:nvSpPr>
      <dsp:spPr>
        <a:xfrm>
          <a:off x="2645504" y="2023650"/>
          <a:ext cx="91440" cy="330397"/>
        </a:xfrm>
        <a:custGeom>
          <a:avLst/>
          <a:gdLst/>
          <a:ahLst/>
          <a:cxnLst/>
          <a:rect l="0" t="0" r="0" b="0"/>
          <a:pathLst>
            <a:path>
              <a:moveTo>
                <a:pt x="45720" y="0"/>
              </a:moveTo>
              <a:lnTo>
                <a:pt x="4572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772841-D993-471A-885D-64C5F3629BFB}">
      <dsp:nvSpPr>
        <dsp:cNvPr id="0" name=""/>
        <dsp:cNvSpPr/>
      </dsp:nvSpPr>
      <dsp:spPr>
        <a:xfrm>
          <a:off x="787505" y="2023650"/>
          <a:ext cx="1903718" cy="330397"/>
        </a:xfrm>
        <a:custGeom>
          <a:avLst/>
          <a:gdLst/>
          <a:ahLst/>
          <a:cxnLst/>
          <a:rect l="0" t="0" r="0" b="0"/>
          <a:pathLst>
            <a:path>
              <a:moveTo>
                <a:pt x="1903718" y="0"/>
              </a:moveTo>
              <a:lnTo>
                <a:pt x="1903718" y="165198"/>
              </a:lnTo>
              <a:lnTo>
                <a:pt x="0" y="165198"/>
              </a:lnTo>
              <a:lnTo>
                <a:pt x="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01391E-93CE-40FA-9452-C796910618C1}">
      <dsp:nvSpPr>
        <dsp:cNvPr id="0" name=""/>
        <dsp:cNvSpPr/>
      </dsp:nvSpPr>
      <dsp:spPr>
        <a:xfrm>
          <a:off x="2691224" y="906592"/>
          <a:ext cx="4283365" cy="330397"/>
        </a:xfrm>
        <a:custGeom>
          <a:avLst/>
          <a:gdLst/>
          <a:ahLst/>
          <a:cxnLst/>
          <a:rect l="0" t="0" r="0" b="0"/>
          <a:pathLst>
            <a:path>
              <a:moveTo>
                <a:pt x="4283365" y="0"/>
              </a:moveTo>
              <a:lnTo>
                <a:pt x="4283365" y="165198"/>
              </a:lnTo>
              <a:lnTo>
                <a:pt x="0" y="165198"/>
              </a:lnTo>
              <a:lnTo>
                <a:pt x="0"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5050B2-88F8-462B-ABAA-97C9D7ED2B93}">
      <dsp:nvSpPr>
        <dsp:cNvPr id="0" name=""/>
        <dsp:cNvSpPr/>
      </dsp:nvSpPr>
      <dsp:spPr>
        <a:xfrm>
          <a:off x="6187929" y="119932"/>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b="1" kern="1200" dirty="0">
              <a:latin typeface="Quadraat" panose="02000503060000090004" pitchFamily="2" charset="0"/>
            </a:rPr>
            <a:t>Colitis</a:t>
          </a:r>
        </a:p>
      </dsp:txBody>
      <dsp:txXfrm>
        <a:off x="6187929" y="119932"/>
        <a:ext cx="1573320" cy="786660"/>
      </dsp:txXfrm>
    </dsp:sp>
    <dsp:sp modelId="{83AD6314-B879-4416-9AC4-9F1DC9AAC35D}">
      <dsp:nvSpPr>
        <dsp:cNvPr id="0" name=""/>
        <dsp:cNvSpPr/>
      </dsp:nvSpPr>
      <dsp:spPr>
        <a:xfrm>
          <a:off x="1904563"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Quadraat" panose="02000503060000090004" pitchFamily="2" charset="0"/>
            </a:rPr>
            <a:t>Infectious</a:t>
          </a:r>
        </a:p>
      </dsp:txBody>
      <dsp:txXfrm>
        <a:off x="1904563" y="1236990"/>
        <a:ext cx="1573320" cy="786660"/>
      </dsp:txXfrm>
    </dsp:sp>
    <dsp:sp modelId="{9DD6F0EF-DE67-483A-804F-D8EA8E18ACA7}">
      <dsp:nvSpPr>
        <dsp:cNvPr id="0" name=""/>
        <dsp:cNvSpPr/>
      </dsp:nvSpPr>
      <dsp:spPr>
        <a:xfrm>
          <a:off x="845"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Viral colitis</a:t>
          </a:r>
        </a:p>
      </dsp:txBody>
      <dsp:txXfrm>
        <a:off x="845" y="2354047"/>
        <a:ext cx="1573320" cy="786660"/>
      </dsp:txXfrm>
    </dsp:sp>
    <dsp:sp modelId="{2EEA523E-5E73-41FA-94C3-F908A226C098}">
      <dsp:nvSpPr>
        <dsp:cNvPr id="0" name=""/>
        <dsp:cNvSpPr/>
      </dsp:nvSpPr>
      <dsp:spPr>
        <a:xfrm>
          <a:off x="1904563"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Parasitic colitis</a:t>
          </a:r>
        </a:p>
      </dsp:txBody>
      <dsp:txXfrm>
        <a:off x="1904563" y="2354047"/>
        <a:ext cx="1573320" cy="786660"/>
      </dsp:txXfrm>
    </dsp:sp>
    <dsp:sp modelId="{7FA757EC-2723-434F-BE24-861DF2387C73}">
      <dsp:nvSpPr>
        <dsp:cNvPr id="0" name=""/>
        <dsp:cNvSpPr/>
      </dsp:nvSpPr>
      <dsp:spPr>
        <a:xfrm>
          <a:off x="3808281"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Bacterial colitis</a:t>
          </a:r>
        </a:p>
      </dsp:txBody>
      <dsp:txXfrm>
        <a:off x="3808281" y="2354047"/>
        <a:ext cx="1573320" cy="786660"/>
      </dsp:txXfrm>
    </dsp:sp>
    <dsp:sp modelId="{A76D1DC8-2216-4F7B-B9E7-D4ABBA46FA96}">
      <dsp:nvSpPr>
        <dsp:cNvPr id="0" name=""/>
        <dsp:cNvSpPr/>
      </dsp:nvSpPr>
      <dsp:spPr>
        <a:xfrm>
          <a:off x="4201612" y="3471105"/>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Pseudomembranous colitis</a:t>
          </a:r>
        </a:p>
      </dsp:txBody>
      <dsp:txXfrm>
        <a:off x="4201612" y="3471105"/>
        <a:ext cx="1573320" cy="786660"/>
      </dsp:txXfrm>
    </dsp:sp>
    <dsp:sp modelId="{AA34BE2E-FC84-4090-AAC2-3368543E2781}">
      <dsp:nvSpPr>
        <dsp:cNvPr id="0" name=""/>
        <dsp:cNvSpPr/>
      </dsp:nvSpPr>
      <dsp:spPr>
        <a:xfrm>
          <a:off x="6663859"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Quadraat" panose="02000503060000090004" pitchFamily="2" charset="0"/>
            </a:rPr>
            <a:t>Non-infectious</a:t>
          </a:r>
          <a:endParaRPr lang="en-US" sz="1600" b="1" kern="1200" dirty="0">
            <a:latin typeface="Quadraat" panose="02000503060000090004" pitchFamily="2" charset="0"/>
          </a:endParaRPr>
        </a:p>
      </dsp:txBody>
      <dsp:txXfrm>
        <a:off x="6663859" y="1236990"/>
        <a:ext cx="1573320" cy="786660"/>
      </dsp:txXfrm>
    </dsp:sp>
    <dsp:sp modelId="{E80D2B89-0CD5-429E-BEBF-FBCEB5AA986C}">
      <dsp:nvSpPr>
        <dsp:cNvPr id="0" name=""/>
        <dsp:cNvSpPr/>
      </dsp:nvSpPr>
      <dsp:spPr>
        <a:xfrm>
          <a:off x="5712000"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Allergic colitis</a:t>
          </a:r>
        </a:p>
      </dsp:txBody>
      <dsp:txXfrm>
        <a:off x="5712000" y="2354047"/>
        <a:ext cx="1573320" cy="786660"/>
      </dsp:txXfrm>
    </dsp:sp>
    <dsp:sp modelId="{1A61A3F9-484A-4034-9D5D-961CD5F008F4}">
      <dsp:nvSpPr>
        <dsp:cNvPr id="0" name=""/>
        <dsp:cNvSpPr/>
      </dsp:nvSpPr>
      <dsp:spPr>
        <a:xfrm>
          <a:off x="7615718"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Inflammatory bowel disease</a:t>
          </a:r>
        </a:p>
      </dsp:txBody>
      <dsp:txXfrm>
        <a:off x="7615718" y="2354047"/>
        <a:ext cx="1573320" cy="786660"/>
      </dsp:txXfrm>
    </dsp:sp>
    <dsp:sp modelId="{3685E721-8F13-49DC-BB28-1354E212A676}">
      <dsp:nvSpPr>
        <dsp:cNvPr id="0" name=""/>
        <dsp:cNvSpPr/>
      </dsp:nvSpPr>
      <dsp:spPr>
        <a:xfrm>
          <a:off x="8009048" y="3471105"/>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Ulcerative colitis (proctocolitis)</a:t>
          </a:r>
        </a:p>
      </dsp:txBody>
      <dsp:txXfrm>
        <a:off x="8009048" y="3471105"/>
        <a:ext cx="1573320" cy="786660"/>
      </dsp:txXfrm>
    </dsp:sp>
    <dsp:sp modelId="{5222E63F-9FEE-49C0-8690-EB7A2D2E44AD}">
      <dsp:nvSpPr>
        <dsp:cNvPr id="0" name=""/>
        <dsp:cNvSpPr/>
      </dsp:nvSpPr>
      <dsp:spPr>
        <a:xfrm>
          <a:off x="8009048" y="4588163"/>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Crohn’s colitis (enterocolitis)</a:t>
          </a:r>
        </a:p>
      </dsp:txBody>
      <dsp:txXfrm>
        <a:off x="8009048" y="4588163"/>
        <a:ext cx="1573320" cy="786660"/>
      </dsp:txXfrm>
    </dsp:sp>
    <dsp:sp modelId="{4EDA75B9-89D1-4F08-B5A4-D9596EDD1E0F}">
      <dsp:nvSpPr>
        <dsp:cNvPr id="0" name=""/>
        <dsp:cNvSpPr/>
      </dsp:nvSpPr>
      <dsp:spPr>
        <a:xfrm>
          <a:off x="8009048" y="5705221"/>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Quadraat" panose="02000503060000090004" pitchFamily="2" charset="0"/>
            </a:rPr>
            <a:t>Indeterminate colitis</a:t>
          </a:r>
        </a:p>
      </dsp:txBody>
      <dsp:txXfrm>
        <a:off x="8009048" y="5705221"/>
        <a:ext cx="1573320" cy="786660"/>
      </dsp:txXfrm>
    </dsp:sp>
    <dsp:sp modelId="{CA5DDB09-08B4-4908-8981-24E62BA4EA6D}">
      <dsp:nvSpPr>
        <dsp:cNvPr id="0" name=""/>
        <dsp:cNvSpPr/>
      </dsp:nvSpPr>
      <dsp:spPr>
        <a:xfrm>
          <a:off x="8567577"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Quadraat" panose="02000503060000090004" pitchFamily="2" charset="0"/>
            </a:rPr>
            <a:t>Ischemic colitis</a:t>
          </a:r>
        </a:p>
      </dsp:txBody>
      <dsp:txXfrm>
        <a:off x="8567577" y="1236990"/>
        <a:ext cx="1573320" cy="786660"/>
      </dsp:txXfrm>
    </dsp:sp>
    <dsp:sp modelId="{FF5C2157-F8FB-4FFA-A945-1C3C1376EEA2}">
      <dsp:nvSpPr>
        <dsp:cNvPr id="0" name=""/>
        <dsp:cNvSpPr/>
      </dsp:nvSpPr>
      <dsp:spPr>
        <a:xfrm>
          <a:off x="10471295"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Quadraat" panose="02000503060000090004" pitchFamily="2" charset="0"/>
            </a:rPr>
            <a:t>Stercoral colitis</a:t>
          </a:r>
        </a:p>
      </dsp:txBody>
      <dsp:txXfrm>
        <a:off x="10471295" y="1236990"/>
        <a:ext cx="1573320" cy="7866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7D64E-49FA-4452-806B-B16580D54436}">
      <dsp:nvSpPr>
        <dsp:cNvPr id="0" name=""/>
        <dsp:cNvSpPr/>
      </dsp:nvSpPr>
      <dsp:spPr>
        <a:xfrm>
          <a:off x="6974590" y="906592"/>
          <a:ext cx="4283365" cy="330397"/>
        </a:xfrm>
        <a:custGeom>
          <a:avLst/>
          <a:gdLst/>
          <a:ahLst/>
          <a:cxnLst/>
          <a:rect l="0" t="0" r="0" b="0"/>
          <a:pathLst>
            <a:path>
              <a:moveTo>
                <a:pt x="0" y="0"/>
              </a:moveTo>
              <a:lnTo>
                <a:pt x="0" y="165198"/>
              </a:lnTo>
              <a:lnTo>
                <a:pt x="4283365" y="165198"/>
              </a:lnTo>
              <a:lnTo>
                <a:pt x="4283365"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010B3-7423-4569-85B5-92A2B031B381}">
      <dsp:nvSpPr>
        <dsp:cNvPr id="0" name=""/>
        <dsp:cNvSpPr/>
      </dsp:nvSpPr>
      <dsp:spPr>
        <a:xfrm>
          <a:off x="6974590" y="906592"/>
          <a:ext cx="2379647" cy="330397"/>
        </a:xfrm>
        <a:custGeom>
          <a:avLst/>
          <a:gdLst/>
          <a:ahLst/>
          <a:cxnLst/>
          <a:rect l="0" t="0" r="0" b="0"/>
          <a:pathLst>
            <a:path>
              <a:moveTo>
                <a:pt x="0" y="0"/>
              </a:moveTo>
              <a:lnTo>
                <a:pt x="0" y="165198"/>
              </a:lnTo>
              <a:lnTo>
                <a:pt x="2379647" y="165198"/>
              </a:lnTo>
              <a:lnTo>
                <a:pt x="2379647"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E2490A-8F2E-474A-9B86-D488AF39B84A}">
      <dsp:nvSpPr>
        <dsp:cNvPr id="0" name=""/>
        <dsp:cNvSpPr/>
      </dsp:nvSpPr>
      <dsp:spPr>
        <a:xfrm>
          <a:off x="7773050" y="3140708"/>
          <a:ext cx="235998" cy="2957843"/>
        </a:xfrm>
        <a:custGeom>
          <a:avLst/>
          <a:gdLst/>
          <a:ahLst/>
          <a:cxnLst/>
          <a:rect l="0" t="0" r="0" b="0"/>
          <a:pathLst>
            <a:path>
              <a:moveTo>
                <a:pt x="0" y="0"/>
              </a:moveTo>
              <a:lnTo>
                <a:pt x="0" y="2957843"/>
              </a:lnTo>
              <a:lnTo>
                <a:pt x="235998" y="295784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1ACB0F-7AE0-420C-9A12-894612F11681}">
      <dsp:nvSpPr>
        <dsp:cNvPr id="0" name=""/>
        <dsp:cNvSpPr/>
      </dsp:nvSpPr>
      <dsp:spPr>
        <a:xfrm>
          <a:off x="7773050" y="3140708"/>
          <a:ext cx="235998" cy="1840785"/>
        </a:xfrm>
        <a:custGeom>
          <a:avLst/>
          <a:gdLst/>
          <a:ahLst/>
          <a:cxnLst/>
          <a:rect l="0" t="0" r="0" b="0"/>
          <a:pathLst>
            <a:path>
              <a:moveTo>
                <a:pt x="0" y="0"/>
              </a:moveTo>
              <a:lnTo>
                <a:pt x="0" y="1840785"/>
              </a:lnTo>
              <a:lnTo>
                <a:pt x="235998" y="184078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8D7ED6-625E-4374-9A06-5DF22C702BC6}">
      <dsp:nvSpPr>
        <dsp:cNvPr id="0" name=""/>
        <dsp:cNvSpPr/>
      </dsp:nvSpPr>
      <dsp:spPr>
        <a:xfrm>
          <a:off x="7773050" y="3140708"/>
          <a:ext cx="235998" cy="723727"/>
        </a:xfrm>
        <a:custGeom>
          <a:avLst/>
          <a:gdLst/>
          <a:ahLst/>
          <a:cxnLst/>
          <a:rect l="0" t="0" r="0" b="0"/>
          <a:pathLst>
            <a:path>
              <a:moveTo>
                <a:pt x="0" y="0"/>
              </a:moveTo>
              <a:lnTo>
                <a:pt x="0" y="723727"/>
              </a:lnTo>
              <a:lnTo>
                <a:pt x="235998" y="72372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424E00-2D8D-4130-9C33-77997EC7227D}">
      <dsp:nvSpPr>
        <dsp:cNvPr id="0" name=""/>
        <dsp:cNvSpPr/>
      </dsp:nvSpPr>
      <dsp:spPr>
        <a:xfrm>
          <a:off x="7450519" y="2023650"/>
          <a:ext cx="951859" cy="330397"/>
        </a:xfrm>
        <a:custGeom>
          <a:avLst/>
          <a:gdLst/>
          <a:ahLst/>
          <a:cxnLst/>
          <a:rect l="0" t="0" r="0" b="0"/>
          <a:pathLst>
            <a:path>
              <a:moveTo>
                <a:pt x="0" y="0"/>
              </a:moveTo>
              <a:lnTo>
                <a:pt x="0" y="165198"/>
              </a:lnTo>
              <a:lnTo>
                <a:pt x="951859" y="165198"/>
              </a:lnTo>
              <a:lnTo>
                <a:pt x="951859"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E98F93-7B39-4033-89C1-AE1D1012B095}">
      <dsp:nvSpPr>
        <dsp:cNvPr id="0" name=""/>
        <dsp:cNvSpPr/>
      </dsp:nvSpPr>
      <dsp:spPr>
        <a:xfrm>
          <a:off x="6498660" y="2023650"/>
          <a:ext cx="951859" cy="330397"/>
        </a:xfrm>
        <a:custGeom>
          <a:avLst/>
          <a:gdLst/>
          <a:ahLst/>
          <a:cxnLst/>
          <a:rect l="0" t="0" r="0" b="0"/>
          <a:pathLst>
            <a:path>
              <a:moveTo>
                <a:pt x="951859" y="0"/>
              </a:moveTo>
              <a:lnTo>
                <a:pt x="951859" y="165198"/>
              </a:lnTo>
              <a:lnTo>
                <a:pt x="0" y="165198"/>
              </a:lnTo>
              <a:lnTo>
                <a:pt x="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3A2A72-02C2-4D3E-8B0D-189DD8280121}">
      <dsp:nvSpPr>
        <dsp:cNvPr id="0" name=""/>
        <dsp:cNvSpPr/>
      </dsp:nvSpPr>
      <dsp:spPr>
        <a:xfrm>
          <a:off x="6974590" y="906592"/>
          <a:ext cx="475929" cy="330397"/>
        </a:xfrm>
        <a:custGeom>
          <a:avLst/>
          <a:gdLst/>
          <a:ahLst/>
          <a:cxnLst/>
          <a:rect l="0" t="0" r="0" b="0"/>
          <a:pathLst>
            <a:path>
              <a:moveTo>
                <a:pt x="0" y="0"/>
              </a:moveTo>
              <a:lnTo>
                <a:pt x="0" y="165198"/>
              </a:lnTo>
              <a:lnTo>
                <a:pt x="475929" y="165198"/>
              </a:lnTo>
              <a:lnTo>
                <a:pt x="475929"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504FCB-2E6E-4DA6-9C88-4DE299D3BD5A}">
      <dsp:nvSpPr>
        <dsp:cNvPr id="0" name=""/>
        <dsp:cNvSpPr/>
      </dsp:nvSpPr>
      <dsp:spPr>
        <a:xfrm>
          <a:off x="3965613" y="3140708"/>
          <a:ext cx="235998" cy="723727"/>
        </a:xfrm>
        <a:custGeom>
          <a:avLst/>
          <a:gdLst/>
          <a:ahLst/>
          <a:cxnLst/>
          <a:rect l="0" t="0" r="0" b="0"/>
          <a:pathLst>
            <a:path>
              <a:moveTo>
                <a:pt x="0" y="0"/>
              </a:moveTo>
              <a:lnTo>
                <a:pt x="0" y="723727"/>
              </a:lnTo>
              <a:lnTo>
                <a:pt x="235998" y="72372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698050-BB36-4D68-8A72-E58CBA8BC7FC}">
      <dsp:nvSpPr>
        <dsp:cNvPr id="0" name=""/>
        <dsp:cNvSpPr/>
      </dsp:nvSpPr>
      <dsp:spPr>
        <a:xfrm>
          <a:off x="2691224" y="2023650"/>
          <a:ext cx="1903718" cy="330397"/>
        </a:xfrm>
        <a:custGeom>
          <a:avLst/>
          <a:gdLst/>
          <a:ahLst/>
          <a:cxnLst/>
          <a:rect l="0" t="0" r="0" b="0"/>
          <a:pathLst>
            <a:path>
              <a:moveTo>
                <a:pt x="0" y="0"/>
              </a:moveTo>
              <a:lnTo>
                <a:pt x="0" y="165198"/>
              </a:lnTo>
              <a:lnTo>
                <a:pt x="1903718" y="165198"/>
              </a:lnTo>
              <a:lnTo>
                <a:pt x="1903718"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630CBA-4950-4E52-A631-1A193AAD2B31}">
      <dsp:nvSpPr>
        <dsp:cNvPr id="0" name=""/>
        <dsp:cNvSpPr/>
      </dsp:nvSpPr>
      <dsp:spPr>
        <a:xfrm>
          <a:off x="2645504" y="2023650"/>
          <a:ext cx="91440" cy="330397"/>
        </a:xfrm>
        <a:custGeom>
          <a:avLst/>
          <a:gdLst/>
          <a:ahLst/>
          <a:cxnLst/>
          <a:rect l="0" t="0" r="0" b="0"/>
          <a:pathLst>
            <a:path>
              <a:moveTo>
                <a:pt x="45720" y="0"/>
              </a:moveTo>
              <a:lnTo>
                <a:pt x="4572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772841-D993-471A-885D-64C5F3629BFB}">
      <dsp:nvSpPr>
        <dsp:cNvPr id="0" name=""/>
        <dsp:cNvSpPr/>
      </dsp:nvSpPr>
      <dsp:spPr>
        <a:xfrm>
          <a:off x="787505" y="2023650"/>
          <a:ext cx="1903718" cy="330397"/>
        </a:xfrm>
        <a:custGeom>
          <a:avLst/>
          <a:gdLst/>
          <a:ahLst/>
          <a:cxnLst/>
          <a:rect l="0" t="0" r="0" b="0"/>
          <a:pathLst>
            <a:path>
              <a:moveTo>
                <a:pt x="1903718" y="0"/>
              </a:moveTo>
              <a:lnTo>
                <a:pt x="1903718" y="165198"/>
              </a:lnTo>
              <a:lnTo>
                <a:pt x="0" y="165198"/>
              </a:lnTo>
              <a:lnTo>
                <a:pt x="0" y="3303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01391E-93CE-40FA-9452-C796910618C1}">
      <dsp:nvSpPr>
        <dsp:cNvPr id="0" name=""/>
        <dsp:cNvSpPr/>
      </dsp:nvSpPr>
      <dsp:spPr>
        <a:xfrm>
          <a:off x="2691224" y="906592"/>
          <a:ext cx="4283365" cy="330397"/>
        </a:xfrm>
        <a:custGeom>
          <a:avLst/>
          <a:gdLst/>
          <a:ahLst/>
          <a:cxnLst/>
          <a:rect l="0" t="0" r="0" b="0"/>
          <a:pathLst>
            <a:path>
              <a:moveTo>
                <a:pt x="4283365" y="0"/>
              </a:moveTo>
              <a:lnTo>
                <a:pt x="4283365" y="165198"/>
              </a:lnTo>
              <a:lnTo>
                <a:pt x="0" y="165198"/>
              </a:lnTo>
              <a:lnTo>
                <a:pt x="0" y="33039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5050B2-88F8-462B-ABAA-97C9D7ED2B93}">
      <dsp:nvSpPr>
        <dsp:cNvPr id="0" name=""/>
        <dsp:cNvSpPr/>
      </dsp:nvSpPr>
      <dsp:spPr>
        <a:xfrm>
          <a:off x="6187929" y="119932"/>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b="1" kern="1200" dirty="0">
              <a:solidFill>
                <a:schemeClr val="tx1">
                  <a:lumMod val="50000"/>
                  <a:lumOff val="50000"/>
                </a:schemeClr>
              </a:solidFill>
              <a:latin typeface="Quadraat" panose="02000503060000090004" pitchFamily="2" charset="0"/>
            </a:rPr>
            <a:t>Colitis</a:t>
          </a:r>
        </a:p>
      </dsp:txBody>
      <dsp:txXfrm>
        <a:off x="6187929" y="119932"/>
        <a:ext cx="1573320" cy="786660"/>
      </dsp:txXfrm>
    </dsp:sp>
    <dsp:sp modelId="{83AD6314-B879-4416-9AC4-9F1DC9AAC35D}">
      <dsp:nvSpPr>
        <dsp:cNvPr id="0" name=""/>
        <dsp:cNvSpPr/>
      </dsp:nvSpPr>
      <dsp:spPr>
        <a:xfrm>
          <a:off x="1904563"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50000"/>
                  <a:lumOff val="50000"/>
                </a:schemeClr>
              </a:solidFill>
              <a:latin typeface="Quadraat" panose="02000503060000090004" pitchFamily="2" charset="0"/>
            </a:rPr>
            <a:t>Infectious</a:t>
          </a:r>
        </a:p>
      </dsp:txBody>
      <dsp:txXfrm>
        <a:off x="1904563" y="1236990"/>
        <a:ext cx="1573320" cy="786660"/>
      </dsp:txXfrm>
    </dsp:sp>
    <dsp:sp modelId="{9DD6F0EF-DE67-483A-804F-D8EA8E18ACA7}">
      <dsp:nvSpPr>
        <dsp:cNvPr id="0" name=""/>
        <dsp:cNvSpPr/>
      </dsp:nvSpPr>
      <dsp:spPr>
        <a:xfrm>
          <a:off x="845"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Viral colitis</a:t>
          </a:r>
        </a:p>
      </dsp:txBody>
      <dsp:txXfrm>
        <a:off x="845" y="2354047"/>
        <a:ext cx="1573320" cy="786660"/>
      </dsp:txXfrm>
    </dsp:sp>
    <dsp:sp modelId="{2EEA523E-5E73-41FA-94C3-F908A226C098}">
      <dsp:nvSpPr>
        <dsp:cNvPr id="0" name=""/>
        <dsp:cNvSpPr/>
      </dsp:nvSpPr>
      <dsp:spPr>
        <a:xfrm>
          <a:off x="1904563"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Parasitic colitis</a:t>
          </a:r>
        </a:p>
      </dsp:txBody>
      <dsp:txXfrm>
        <a:off x="1904563" y="2354047"/>
        <a:ext cx="1573320" cy="786660"/>
      </dsp:txXfrm>
    </dsp:sp>
    <dsp:sp modelId="{7FA757EC-2723-434F-BE24-861DF2387C73}">
      <dsp:nvSpPr>
        <dsp:cNvPr id="0" name=""/>
        <dsp:cNvSpPr/>
      </dsp:nvSpPr>
      <dsp:spPr>
        <a:xfrm>
          <a:off x="3808281"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Bacterial colitis</a:t>
          </a:r>
        </a:p>
      </dsp:txBody>
      <dsp:txXfrm>
        <a:off x="3808281" y="2354047"/>
        <a:ext cx="1573320" cy="786660"/>
      </dsp:txXfrm>
    </dsp:sp>
    <dsp:sp modelId="{A76D1DC8-2216-4F7B-B9E7-D4ABBA46FA96}">
      <dsp:nvSpPr>
        <dsp:cNvPr id="0" name=""/>
        <dsp:cNvSpPr/>
      </dsp:nvSpPr>
      <dsp:spPr>
        <a:xfrm>
          <a:off x="4201612" y="3471105"/>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Pseudomembranous colitis</a:t>
          </a:r>
        </a:p>
      </dsp:txBody>
      <dsp:txXfrm>
        <a:off x="4201612" y="3471105"/>
        <a:ext cx="1573320" cy="786660"/>
      </dsp:txXfrm>
    </dsp:sp>
    <dsp:sp modelId="{AA34BE2E-FC84-4090-AAC2-3368543E2781}">
      <dsp:nvSpPr>
        <dsp:cNvPr id="0" name=""/>
        <dsp:cNvSpPr/>
      </dsp:nvSpPr>
      <dsp:spPr>
        <a:xfrm>
          <a:off x="6663859"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50000"/>
                  <a:lumOff val="50000"/>
                </a:schemeClr>
              </a:solidFill>
              <a:latin typeface="Quadraat" panose="02000503060000090004" pitchFamily="2" charset="0"/>
            </a:rPr>
            <a:t>Non-infectious</a:t>
          </a:r>
          <a:endParaRPr lang="en-US" sz="1600" b="1" kern="1200" dirty="0">
            <a:solidFill>
              <a:schemeClr val="tx1">
                <a:lumMod val="50000"/>
                <a:lumOff val="50000"/>
              </a:schemeClr>
            </a:solidFill>
            <a:latin typeface="Quadraat" panose="02000503060000090004" pitchFamily="2" charset="0"/>
          </a:endParaRPr>
        </a:p>
      </dsp:txBody>
      <dsp:txXfrm>
        <a:off x="6663859" y="1236990"/>
        <a:ext cx="1573320" cy="786660"/>
      </dsp:txXfrm>
    </dsp:sp>
    <dsp:sp modelId="{E80D2B89-0CD5-429E-BEBF-FBCEB5AA986C}">
      <dsp:nvSpPr>
        <dsp:cNvPr id="0" name=""/>
        <dsp:cNvSpPr/>
      </dsp:nvSpPr>
      <dsp:spPr>
        <a:xfrm>
          <a:off x="5712000"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Allergic colitis</a:t>
          </a:r>
        </a:p>
      </dsp:txBody>
      <dsp:txXfrm>
        <a:off x="5712000" y="2354047"/>
        <a:ext cx="1573320" cy="786660"/>
      </dsp:txXfrm>
    </dsp:sp>
    <dsp:sp modelId="{1A61A3F9-484A-4034-9D5D-961CD5F008F4}">
      <dsp:nvSpPr>
        <dsp:cNvPr id="0" name=""/>
        <dsp:cNvSpPr/>
      </dsp:nvSpPr>
      <dsp:spPr>
        <a:xfrm>
          <a:off x="7615718" y="2354047"/>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Inflammatory bowel disease</a:t>
          </a:r>
        </a:p>
      </dsp:txBody>
      <dsp:txXfrm>
        <a:off x="7615718" y="2354047"/>
        <a:ext cx="1573320" cy="786660"/>
      </dsp:txXfrm>
    </dsp:sp>
    <dsp:sp modelId="{3685E721-8F13-49DC-BB28-1354E212A676}">
      <dsp:nvSpPr>
        <dsp:cNvPr id="0" name=""/>
        <dsp:cNvSpPr/>
      </dsp:nvSpPr>
      <dsp:spPr>
        <a:xfrm>
          <a:off x="8009048" y="3471105"/>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Ulcerative colitis (proctocolitis)</a:t>
          </a:r>
        </a:p>
      </dsp:txBody>
      <dsp:txXfrm>
        <a:off x="8009048" y="3471105"/>
        <a:ext cx="1573320" cy="786660"/>
      </dsp:txXfrm>
    </dsp:sp>
    <dsp:sp modelId="{5222E63F-9FEE-49C0-8690-EB7A2D2E44AD}">
      <dsp:nvSpPr>
        <dsp:cNvPr id="0" name=""/>
        <dsp:cNvSpPr/>
      </dsp:nvSpPr>
      <dsp:spPr>
        <a:xfrm>
          <a:off x="8009048" y="4588163"/>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Crohn’s colitis (enterocolitis)</a:t>
          </a:r>
        </a:p>
      </dsp:txBody>
      <dsp:txXfrm>
        <a:off x="8009048" y="4588163"/>
        <a:ext cx="1573320" cy="786660"/>
      </dsp:txXfrm>
    </dsp:sp>
    <dsp:sp modelId="{4EDA75B9-89D1-4F08-B5A4-D9596EDD1E0F}">
      <dsp:nvSpPr>
        <dsp:cNvPr id="0" name=""/>
        <dsp:cNvSpPr/>
      </dsp:nvSpPr>
      <dsp:spPr>
        <a:xfrm>
          <a:off x="8009048" y="5705221"/>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lumMod val="50000"/>
                  <a:lumOff val="50000"/>
                </a:schemeClr>
              </a:solidFill>
              <a:latin typeface="Quadraat" panose="02000503060000090004" pitchFamily="2" charset="0"/>
            </a:rPr>
            <a:t>Indeterminate colitis</a:t>
          </a:r>
        </a:p>
      </dsp:txBody>
      <dsp:txXfrm>
        <a:off x="8009048" y="5705221"/>
        <a:ext cx="1573320" cy="786660"/>
      </dsp:txXfrm>
    </dsp:sp>
    <dsp:sp modelId="{CA5DDB09-08B4-4908-8981-24E62BA4EA6D}">
      <dsp:nvSpPr>
        <dsp:cNvPr id="0" name=""/>
        <dsp:cNvSpPr/>
      </dsp:nvSpPr>
      <dsp:spPr>
        <a:xfrm>
          <a:off x="8567577" y="1236990"/>
          <a:ext cx="1573320" cy="786660"/>
        </a:xfrm>
        <a:prstGeom prst="rect">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latin typeface="Quadraat" panose="02000503060000090004" pitchFamily="2" charset="0"/>
            </a:rPr>
            <a:t>Ischemic colitis</a:t>
          </a:r>
        </a:p>
      </dsp:txBody>
      <dsp:txXfrm>
        <a:off x="8567577" y="1236990"/>
        <a:ext cx="1573320" cy="786660"/>
      </dsp:txXfrm>
    </dsp:sp>
    <dsp:sp modelId="{FF5C2157-F8FB-4FFA-A945-1C3C1376EEA2}">
      <dsp:nvSpPr>
        <dsp:cNvPr id="0" name=""/>
        <dsp:cNvSpPr/>
      </dsp:nvSpPr>
      <dsp:spPr>
        <a:xfrm>
          <a:off x="10471295" y="1236990"/>
          <a:ext cx="1573320" cy="786660"/>
        </a:xfrm>
        <a:prstGeom prst="rect">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lumMod val="50000"/>
                  <a:lumOff val="50000"/>
                </a:schemeClr>
              </a:solidFill>
              <a:latin typeface="Quadraat" panose="02000503060000090004" pitchFamily="2" charset="0"/>
            </a:rPr>
            <a:t>Stercoral colitis</a:t>
          </a:r>
        </a:p>
      </dsp:txBody>
      <dsp:txXfrm>
        <a:off x="10471295" y="1236990"/>
        <a:ext cx="1573320" cy="7866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65521-F364-45CA-B50F-25CF9C2E315B}">
      <dsp:nvSpPr>
        <dsp:cNvPr id="0" name=""/>
        <dsp:cNvSpPr/>
      </dsp:nvSpPr>
      <dsp:spPr>
        <a:xfrm>
          <a:off x="7133103" y="2431340"/>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6C38C-3171-4E2B-BA5E-91FA0F8F0690}">
      <dsp:nvSpPr>
        <dsp:cNvPr id="0" name=""/>
        <dsp:cNvSpPr/>
      </dsp:nvSpPr>
      <dsp:spPr>
        <a:xfrm>
          <a:off x="6365671" y="1006824"/>
          <a:ext cx="1569976" cy="421335"/>
        </a:xfrm>
        <a:custGeom>
          <a:avLst/>
          <a:gdLst/>
          <a:ahLst/>
          <a:cxnLst/>
          <a:rect l="0" t="0" r="0" b="0"/>
          <a:pathLst>
            <a:path>
              <a:moveTo>
                <a:pt x="0" y="0"/>
              </a:moveTo>
              <a:lnTo>
                <a:pt x="0" y="210667"/>
              </a:lnTo>
              <a:lnTo>
                <a:pt x="1569976" y="210667"/>
              </a:lnTo>
              <a:lnTo>
                <a:pt x="1569976"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14AF83-DA9F-4261-B432-357C2D898E12}">
      <dsp:nvSpPr>
        <dsp:cNvPr id="0" name=""/>
        <dsp:cNvSpPr/>
      </dsp:nvSpPr>
      <dsp:spPr>
        <a:xfrm>
          <a:off x="5206998" y="3855855"/>
          <a:ext cx="300953" cy="2347440"/>
        </a:xfrm>
        <a:custGeom>
          <a:avLst/>
          <a:gdLst/>
          <a:ahLst/>
          <a:cxnLst/>
          <a:rect l="0" t="0" r="0" b="0"/>
          <a:pathLst>
            <a:path>
              <a:moveTo>
                <a:pt x="0" y="0"/>
              </a:moveTo>
              <a:lnTo>
                <a:pt x="0" y="2347440"/>
              </a:lnTo>
              <a:lnTo>
                <a:pt x="300953" y="2347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C7F5C-041A-4062-A27E-E3DD49A0569C}">
      <dsp:nvSpPr>
        <dsp:cNvPr id="0" name=""/>
        <dsp:cNvSpPr/>
      </dsp:nvSpPr>
      <dsp:spPr>
        <a:xfrm>
          <a:off x="5206998" y="3855855"/>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5C75A-3D78-4BF6-ADF2-6AF80D8EEC38}">
      <dsp:nvSpPr>
        <dsp:cNvPr id="0" name=""/>
        <dsp:cNvSpPr/>
      </dsp:nvSpPr>
      <dsp:spPr>
        <a:xfrm>
          <a:off x="4795694" y="2431340"/>
          <a:ext cx="1213847" cy="421335"/>
        </a:xfrm>
        <a:custGeom>
          <a:avLst/>
          <a:gdLst/>
          <a:ahLst/>
          <a:cxnLst/>
          <a:rect l="0" t="0" r="0" b="0"/>
          <a:pathLst>
            <a:path>
              <a:moveTo>
                <a:pt x="0" y="0"/>
              </a:moveTo>
              <a:lnTo>
                <a:pt x="0" y="210667"/>
              </a:lnTo>
              <a:lnTo>
                <a:pt x="1213847" y="210667"/>
              </a:lnTo>
              <a:lnTo>
                <a:pt x="1213847"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43FE-4E06-4FF4-A71C-508476DABC31}">
      <dsp:nvSpPr>
        <dsp:cNvPr id="0" name=""/>
        <dsp:cNvSpPr/>
      </dsp:nvSpPr>
      <dsp:spPr>
        <a:xfrm>
          <a:off x="3581847" y="2431340"/>
          <a:ext cx="1213847" cy="421335"/>
        </a:xfrm>
        <a:custGeom>
          <a:avLst/>
          <a:gdLst/>
          <a:ahLst/>
          <a:cxnLst/>
          <a:rect l="0" t="0" r="0" b="0"/>
          <a:pathLst>
            <a:path>
              <a:moveTo>
                <a:pt x="1213847" y="0"/>
              </a:moveTo>
              <a:lnTo>
                <a:pt x="1213847" y="210667"/>
              </a:lnTo>
              <a:lnTo>
                <a:pt x="0" y="210667"/>
              </a:lnTo>
              <a:lnTo>
                <a:pt x="0"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E5BCD8-D5D9-4EBB-B5C0-A1AE3C76A3CE}">
      <dsp:nvSpPr>
        <dsp:cNvPr id="0" name=""/>
        <dsp:cNvSpPr/>
      </dsp:nvSpPr>
      <dsp:spPr>
        <a:xfrm>
          <a:off x="4795694" y="1006824"/>
          <a:ext cx="1569976" cy="421335"/>
        </a:xfrm>
        <a:custGeom>
          <a:avLst/>
          <a:gdLst/>
          <a:ahLst/>
          <a:cxnLst/>
          <a:rect l="0" t="0" r="0" b="0"/>
          <a:pathLst>
            <a:path>
              <a:moveTo>
                <a:pt x="1569976" y="0"/>
              </a:moveTo>
              <a:lnTo>
                <a:pt x="1569976" y="210667"/>
              </a:lnTo>
              <a:lnTo>
                <a:pt x="0" y="210667"/>
              </a:lnTo>
              <a:lnTo>
                <a:pt x="0"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110B-1B48-48A2-B622-2A0797450A08}">
      <dsp:nvSpPr>
        <dsp:cNvPr id="0" name=""/>
        <dsp:cNvSpPr/>
      </dsp:nvSpPr>
      <dsp:spPr>
        <a:xfrm>
          <a:off x="3938959" y="3644"/>
          <a:ext cx="4853424"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Quadraat" panose="02000503060000090004" pitchFamily="2" charset="0"/>
            </a:rPr>
            <a:t>Acute mesenteric ischemia</a:t>
          </a:r>
        </a:p>
      </dsp:txBody>
      <dsp:txXfrm>
        <a:off x="3938959" y="3644"/>
        <a:ext cx="4853424" cy="1003179"/>
      </dsp:txXfrm>
    </dsp:sp>
    <dsp:sp modelId="{BC96FFD2-D653-4557-A25D-6B6B29FB734B}">
      <dsp:nvSpPr>
        <dsp:cNvPr id="0" name=""/>
        <dsp:cNvSpPr/>
      </dsp:nvSpPr>
      <dsp:spPr>
        <a:xfrm>
          <a:off x="3792515"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Quadraat" panose="02000503060000090004" pitchFamily="2" charset="0"/>
            </a:rPr>
            <a:t>Arterial</a:t>
          </a:r>
        </a:p>
      </dsp:txBody>
      <dsp:txXfrm>
        <a:off x="3792515" y="1428160"/>
        <a:ext cx="2006359" cy="1003179"/>
      </dsp:txXfrm>
    </dsp:sp>
    <dsp:sp modelId="{C28E1A03-0B26-413D-A2B7-C9F5B7ABF5CA}">
      <dsp:nvSpPr>
        <dsp:cNvPr id="0" name=""/>
        <dsp:cNvSpPr/>
      </dsp:nvSpPr>
      <dsp:spPr>
        <a:xfrm>
          <a:off x="257866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Quadraat" panose="02000503060000090004" pitchFamily="2" charset="0"/>
            </a:rPr>
            <a:t>Nonocclusive mesenteric ischemia</a:t>
          </a:r>
        </a:p>
      </dsp:txBody>
      <dsp:txXfrm>
        <a:off x="2578667" y="2852675"/>
        <a:ext cx="2006359" cy="1003179"/>
      </dsp:txXfrm>
    </dsp:sp>
    <dsp:sp modelId="{B3591140-851A-4245-8047-0739084F610D}">
      <dsp:nvSpPr>
        <dsp:cNvPr id="0" name=""/>
        <dsp:cNvSpPr/>
      </dsp:nvSpPr>
      <dsp:spPr>
        <a:xfrm>
          <a:off x="5006362"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Quadraat" panose="02000503060000090004" pitchFamily="2" charset="0"/>
            </a:rPr>
            <a:t>Occlusive mesenteric ischemia</a:t>
          </a:r>
        </a:p>
      </dsp:txBody>
      <dsp:txXfrm>
        <a:off x="5006362" y="2852675"/>
        <a:ext cx="2006359" cy="1003179"/>
      </dsp:txXfrm>
    </dsp:sp>
    <dsp:sp modelId="{1BA6180D-4D1C-4035-B32F-F27C81B88C0C}">
      <dsp:nvSpPr>
        <dsp:cNvPr id="0" name=""/>
        <dsp:cNvSpPr/>
      </dsp:nvSpPr>
      <dsp:spPr>
        <a:xfrm>
          <a:off x="5507952" y="427719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Quadraat" panose="02000503060000090004" pitchFamily="2" charset="0"/>
            </a:rPr>
            <a:t>Mesenteric arterial embolism</a:t>
          </a:r>
        </a:p>
      </dsp:txBody>
      <dsp:txXfrm>
        <a:off x="5507952" y="4277190"/>
        <a:ext cx="2006359" cy="1003179"/>
      </dsp:txXfrm>
    </dsp:sp>
    <dsp:sp modelId="{527EB5DC-0A5F-4AB6-9DE6-A35B570AC4C3}">
      <dsp:nvSpPr>
        <dsp:cNvPr id="0" name=""/>
        <dsp:cNvSpPr/>
      </dsp:nvSpPr>
      <dsp:spPr>
        <a:xfrm>
          <a:off x="5507952" y="5701706"/>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Quadraat" panose="02000503060000090004" pitchFamily="2" charset="0"/>
            </a:rPr>
            <a:t>Acute mesenteric arterial thrombosis</a:t>
          </a:r>
        </a:p>
      </dsp:txBody>
      <dsp:txXfrm>
        <a:off x="5507952" y="5701706"/>
        <a:ext cx="2006359" cy="1003179"/>
      </dsp:txXfrm>
    </dsp:sp>
    <dsp:sp modelId="{FCD27D05-907F-498F-8647-8627EB611724}">
      <dsp:nvSpPr>
        <dsp:cNvPr id="0" name=""/>
        <dsp:cNvSpPr/>
      </dsp:nvSpPr>
      <dsp:spPr>
        <a:xfrm>
          <a:off x="6932467"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Quadraat" panose="02000503060000090004" pitchFamily="2" charset="0"/>
            </a:rPr>
            <a:t>Venous</a:t>
          </a:r>
        </a:p>
      </dsp:txBody>
      <dsp:txXfrm>
        <a:off x="6932467" y="1428160"/>
        <a:ext cx="2006359" cy="1003179"/>
      </dsp:txXfrm>
    </dsp:sp>
    <dsp:sp modelId="{A0D74BA0-8043-4424-94FF-3A2ACAC8977D}">
      <dsp:nvSpPr>
        <dsp:cNvPr id="0" name=""/>
        <dsp:cNvSpPr/>
      </dsp:nvSpPr>
      <dsp:spPr>
        <a:xfrm>
          <a:off x="743405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Quadraat" panose="02000503060000090004" pitchFamily="2" charset="0"/>
            </a:rPr>
            <a:t>Mesenteric venous thrombosis</a:t>
          </a:r>
        </a:p>
      </dsp:txBody>
      <dsp:txXfrm>
        <a:off x="7434057" y="2852675"/>
        <a:ext cx="2006359" cy="10031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65521-F364-45CA-B50F-25CF9C2E315B}">
      <dsp:nvSpPr>
        <dsp:cNvPr id="0" name=""/>
        <dsp:cNvSpPr/>
      </dsp:nvSpPr>
      <dsp:spPr>
        <a:xfrm>
          <a:off x="7133103" y="2431340"/>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6C38C-3171-4E2B-BA5E-91FA0F8F0690}">
      <dsp:nvSpPr>
        <dsp:cNvPr id="0" name=""/>
        <dsp:cNvSpPr/>
      </dsp:nvSpPr>
      <dsp:spPr>
        <a:xfrm>
          <a:off x="6365671" y="1006824"/>
          <a:ext cx="1569976" cy="421335"/>
        </a:xfrm>
        <a:custGeom>
          <a:avLst/>
          <a:gdLst/>
          <a:ahLst/>
          <a:cxnLst/>
          <a:rect l="0" t="0" r="0" b="0"/>
          <a:pathLst>
            <a:path>
              <a:moveTo>
                <a:pt x="0" y="0"/>
              </a:moveTo>
              <a:lnTo>
                <a:pt x="0" y="210667"/>
              </a:lnTo>
              <a:lnTo>
                <a:pt x="1569976" y="210667"/>
              </a:lnTo>
              <a:lnTo>
                <a:pt x="1569976"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14AF83-DA9F-4261-B432-357C2D898E12}">
      <dsp:nvSpPr>
        <dsp:cNvPr id="0" name=""/>
        <dsp:cNvSpPr/>
      </dsp:nvSpPr>
      <dsp:spPr>
        <a:xfrm>
          <a:off x="5206998" y="3855855"/>
          <a:ext cx="300953" cy="2347440"/>
        </a:xfrm>
        <a:custGeom>
          <a:avLst/>
          <a:gdLst/>
          <a:ahLst/>
          <a:cxnLst/>
          <a:rect l="0" t="0" r="0" b="0"/>
          <a:pathLst>
            <a:path>
              <a:moveTo>
                <a:pt x="0" y="0"/>
              </a:moveTo>
              <a:lnTo>
                <a:pt x="0" y="2347440"/>
              </a:lnTo>
              <a:lnTo>
                <a:pt x="300953" y="2347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C7F5C-041A-4062-A27E-E3DD49A0569C}">
      <dsp:nvSpPr>
        <dsp:cNvPr id="0" name=""/>
        <dsp:cNvSpPr/>
      </dsp:nvSpPr>
      <dsp:spPr>
        <a:xfrm>
          <a:off x="5206998" y="3855855"/>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5C75A-3D78-4BF6-ADF2-6AF80D8EEC38}">
      <dsp:nvSpPr>
        <dsp:cNvPr id="0" name=""/>
        <dsp:cNvSpPr/>
      </dsp:nvSpPr>
      <dsp:spPr>
        <a:xfrm>
          <a:off x="4795694" y="2431340"/>
          <a:ext cx="1213847" cy="421335"/>
        </a:xfrm>
        <a:custGeom>
          <a:avLst/>
          <a:gdLst/>
          <a:ahLst/>
          <a:cxnLst/>
          <a:rect l="0" t="0" r="0" b="0"/>
          <a:pathLst>
            <a:path>
              <a:moveTo>
                <a:pt x="0" y="0"/>
              </a:moveTo>
              <a:lnTo>
                <a:pt x="0" y="210667"/>
              </a:lnTo>
              <a:lnTo>
                <a:pt x="1213847" y="210667"/>
              </a:lnTo>
              <a:lnTo>
                <a:pt x="1213847"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43FE-4E06-4FF4-A71C-508476DABC31}">
      <dsp:nvSpPr>
        <dsp:cNvPr id="0" name=""/>
        <dsp:cNvSpPr/>
      </dsp:nvSpPr>
      <dsp:spPr>
        <a:xfrm>
          <a:off x="3581847" y="2431340"/>
          <a:ext cx="1213847" cy="421335"/>
        </a:xfrm>
        <a:custGeom>
          <a:avLst/>
          <a:gdLst/>
          <a:ahLst/>
          <a:cxnLst/>
          <a:rect l="0" t="0" r="0" b="0"/>
          <a:pathLst>
            <a:path>
              <a:moveTo>
                <a:pt x="1213847" y="0"/>
              </a:moveTo>
              <a:lnTo>
                <a:pt x="1213847" y="210667"/>
              </a:lnTo>
              <a:lnTo>
                <a:pt x="0" y="210667"/>
              </a:lnTo>
              <a:lnTo>
                <a:pt x="0"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E5BCD8-D5D9-4EBB-B5C0-A1AE3C76A3CE}">
      <dsp:nvSpPr>
        <dsp:cNvPr id="0" name=""/>
        <dsp:cNvSpPr/>
      </dsp:nvSpPr>
      <dsp:spPr>
        <a:xfrm>
          <a:off x="4795694" y="1006824"/>
          <a:ext cx="1569976" cy="421335"/>
        </a:xfrm>
        <a:custGeom>
          <a:avLst/>
          <a:gdLst/>
          <a:ahLst/>
          <a:cxnLst/>
          <a:rect l="0" t="0" r="0" b="0"/>
          <a:pathLst>
            <a:path>
              <a:moveTo>
                <a:pt x="1569976" y="0"/>
              </a:moveTo>
              <a:lnTo>
                <a:pt x="1569976" y="210667"/>
              </a:lnTo>
              <a:lnTo>
                <a:pt x="0" y="210667"/>
              </a:lnTo>
              <a:lnTo>
                <a:pt x="0"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110B-1B48-48A2-B622-2A0797450A08}">
      <dsp:nvSpPr>
        <dsp:cNvPr id="0" name=""/>
        <dsp:cNvSpPr/>
      </dsp:nvSpPr>
      <dsp:spPr>
        <a:xfrm>
          <a:off x="3938959" y="3644"/>
          <a:ext cx="4853424"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lumMod val="50000"/>
                  <a:lumOff val="50000"/>
                </a:schemeClr>
              </a:solidFill>
              <a:latin typeface="Quadraat" panose="02000503060000090004" pitchFamily="2" charset="0"/>
            </a:rPr>
            <a:t>Acute mesenteric ischemia</a:t>
          </a:r>
        </a:p>
      </dsp:txBody>
      <dsp:txXfrm>
        <a:off x="3938959" y="3644"/>
        <a:ext cx="4853424" cy="1003179"/>
      </dsp:txXfrm>
    </dsp:sp>
    <dsp:sp modelId="{BC96FFD2-D653-4557-A25D-6B6B29FB734B}">
      <dsp:nvSpPr>
        <dsp:cNvPr id="0" name=""/>
        <dsp:cNvSpPr/>
      </dsp:nvSpPr>
      <dsp:spPr>
        <a:xfrm>
          <a:off x="3792515"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Arterial</a:t>
          </a:r>
        </a:p>
      </dsp:txBody>
      <dsp:txXfrm>
        <a:off x="3792515" y="1428160"/>
        <a:ext cx="2006359" cy="1003179"/>
      </dsp:txXfrm>
    </dsp:sp>
    <dsp:sp modelId="{C28E1A03-0B26-413D-A2B7-C9F5B7ABF5CA}">
      <dsp:nvSpPr>
        <dsp:cNvPr id="0" name=""/>
        <dsp:cNvSpPr/>
      </dsp:nvSpPr>
      <dsp:spPr>
        <a:xfrm>
          <a:off x="2578667" y="2852675"/>
          <a:ext cx="2006359" cy="1003179"/>
        </a:xfrm>
        <a:prstGeom prst="rect">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Quadraat" panose="02000503060000090004" pitchFamily="2" charset="0"/>
            </a:rPr>
            <a:t>Nonocclusive mesenteric ischemia</a:t>
          </a:r>
        </a:p>
      </dsp:txBody>
      <dsp:txXfrm>
        <a:off x="2578667" y="2852675"/>
        <a:ext cx="2006359" cy="1003179"/>
      </dsp:txXfrm>
    </dsp:sp>
    <dsp:sp modelId="{B3591140-851A-4245-8047-0739084F610D}">
      <dsp:nvSpPr>
        <dsp:cNvPr id="0" name=""/>
        <dsp:cNvSpPr/>
      </dsp:nvSpPr>
      <dsp:spPr>
        <a:xfrm>
          <a:off x="5006362"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Occlusive mesenteric ischemia</a:t>
          </a:r>
        </a:p>
      </dsp:txBody>
      <dsp:txXfrm>
        <a:off x="5006362" y="2852675"/>
        <a:ext cx="2006359" cy="1003179"/>
      </dsp:txXfrm>
    </dsp:sp>
    <dsp:sp modelId="{1BA6180D-4D1C-4035-B32F-F27C81B88C0C}">
      <dsp:nvSpPr>
        <dsp:cNvPr id="0" name=""/>
        <dsp:cNvSpPr/>
      </dsp:nvSpPr>
      <dsp:spPr>
        <a:xfrm>
          <a:off x="5507952" y="427719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arterial embolism</a:t>
          </a:r>
        </a:p>
      </dsp:txBody>
      <dsp:txXfrm>
        <a:off x="5507952" y="4277190"/>
        <a:ext cx="2006359" cy="1003179"/>
      </dsp:txXfrm>
    </dsp:sp>
    <dsp:sp modelId="{527EB5DC-0A5F-4AB6-9DE6-A35B570AC4C3}">
      <dsp:nvSpPr>
        <dsp:cNvPr id="0" name=""/>
        <dsp:cNvSpPr/>
      </dsp:nvSpPr>
      <dsp:spPr>
        <a:xfrm>
          <a:off x="5507952" y="5701706"/>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Acute mesenteric arterial thrombosis</a:t>
          </a:r>
        </a:p>
      </dsp:txBody>
      <dsp:txXfrm>
        <a:off x="5507952" y="5701706"/>
        <a:ext cx="2006359" cy="1003179"/>
      </dsp:txXfrm>
    </dsp:sp>
    <dsp:sp modelId="{FCD27D05-907F-498F-8647-8627EB611724}">
      <dsp:nvSpPr>
        <dsp:cNvPr id="0" name=""/>
        <dsp:cNvSpPr/>
      </dsp:nvSpPr>
      <dsp:spPr>
        <a:xfrm>
          <a:off x="6932467"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Venous</a:t>
          </a:r>
        </a:p>
      </dsp:txBody>
      <dsp:txXfrm>
        <a:off x="6932467" y="1428160"/>
        <a:ext cx="2006359" cy="1003179"/>
      </dsp:txXfrm>
    </dsp:sp>
    <dsp:sp modelId="{A0D74BA0-8043-4424-94FF-3A2ACAC8977D}">
      <dsp:nvSpPr>
        <dsp:cNvPr id="0" name=""/>
        <dsp:cNvSpPr/>
      </dsp:nvSpPr>
      <dsp:spPr>
        <a:xfrm>
          <a:off x="743405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venous thrombosis</a:t>
          </a:r>
        </a:p>
      </dsp:txBody>
      <dsp:txXfrm>
        <a:off x="7434057" y="2852675"/>
        <a:ext cx="2006359" cy="10031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65521-F364-45CA-B50F-25CF9C2E315B}">
      <dsp:nvSpPr>
        <dsp:cNvPr id="0" name=""/>
        <dsp:cNvSpPr/>
      </dsp:nvSpPr>
      <dsp:spPr>
        <a:xfrm>
          <a:off x="7133103" y="2431340"/>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6C38C-3171-4E2B-BA5E-91FA0F8F0690}">
      <dsp:nvSpPr>
        <dsp:cNvPr id="0" name=""/>
        <dsp:cNvSpPr/>
      </dsp:nvSpPr>
      <dsp:spPr>
        <a:xfrm>
          <a:off x="6365671" y="1006824"/>
          <a:ext cx="1569976" cy="421335"/>
        </a:xfrm>
        <a:custGeom>
          <a:avLst/>
          <a:gdLst/>
          <a:ahLst/>
          <a:cxnLst/>
          <a:rect l="0" t="0" r="0" b="0"/>
          <a:pathLst>
            <a:path>
              <a:moveTo>
                <a:pt x="0" y="0"/>
              </a:moveTo>
              <a:lnTo>
                <a:pt x="0" y="210667"/>
              </a:lnTo>
              <a:lnTo>
                <a:pt x="1569976" y="210667"/>
              </a:lnTo>
              <a:lnTo>
                <a:pt x="1569976"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14AF83-DA9F-4261-B432-357C2D898E12}">
      <dsp:nvSpPr>
        <dsp:cNvPr id="0" name=""/>
        <dsp:cNvSpPr/>
      </dsp:nvSpPr>
      <dsp:spPr>
        <a:xfrm>
          <a:off x="5206998" y="3855855"/>
          <a:ext cx="300953" cy="2347440"/>
        </a:xfrm>
        <a:custGeom>
          <a:avLst/>
          <a:gdLst/>
          <a:ahLst/>
          <a:cxnLst/>
          <a:rect l="0" t="0" r="0" b="0"/>
          <a:pathLst>
            <a:path>
              <a:moveTo>
                <a:pt x="0" y="0"/>
              </a:moveTo>
              <a:lnTo>
                <a:pt x="0" y="2347440"/>
              </a:lnTo>
              <a:lnTo>
                <a:pt x="300953" y="2347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C7F5C-041A-4062-A27E-E3DD49A0569C}">
      <dsp:nvSpPr>
        <dsp:cNvPr id="0" name=""/>
        <dsp:cNvSpPr/>
      </dsp:nvSpPr>
      <dsp:spPr>
        <a:xfrm>
          <a:off x="5206998" y="3855855"/>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5C75A-3D78-4BF6-ADF2-6AF80D8EEC38}">
      <dsp:nvSpPr>
        <dsp:cNvPr id="0" name=""/>
        <dsp:cNvSpPr/>
      </dsp:nvSpPr>
      <dsp:spPr>
        <a:xfrm>
          <a:off x="4795694" y="2431340"/>
          <a:ext cx="1213847" cy="421335"/>
        </a:xfrm>
        <a:custGeom>
          <a:avLst/>
          <a:gdLst/>
          <a:ahLst/>
          <a:cxnLst/>
          <a:rect l="0" t="0" r="0" b="0"/>
          <a:pathLst>
            <a:path>
              <a:moveTo>
                <a:pt x="0" y="0"/>
              </a:moveTo>
              <a:lnTo>
                <a:pt x="0" y="210667"/>
              </a:lnTo>
              <a:lnTo>
                <a:pt x="1213847" y="210667"/>
              </a:lnTo>
              <a:lnTo>
                <a:pt x="1213847"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43FE-4E06-4FF4-A71C-508476DABC31}">
      <dsp:nvSpPr>
        <dsp:cNvPr id="0" name=""/>
        <dsp:cNvSpPr/>
      </dsp:nvSpPr>
      <dsp:spPr>
        <a:xfrm>
          <a:off x="3581847" y="2431340"/>
          <a:ext cx="1213847" cy="421335"/>
        </a:xfrm>
        <a:custGeom>
          <a:avLst/>
          <a:gdLst/>
          <a:ahLst/>
          <a:cxnLst/>
          <a:rect l="0" t="0" r="0" b="0"/>
          <a:pathLst>
            <a:path>
              <a:moveTo>
                <a:pt x="1213847" y="0"/>
              </a:moveTo>
              <a:lnTo>
                <a:pt x="1213847" y="210667"/>
              </a:lnTo>
              <a:lnTo>
                <a:pt x="0" y="210667"/>
              </a:lnTo>
              <a:lnTo>
                <a:pt x="0"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E5BCD8-D5D9-4EBB-B5C0-A1AE3C76A3CE}">
      <dsp:nvSpPr>
        <dsp:cNvPr id="0" name=""/>
        <dsp:cNvSpPr/>
      </dsp:nvSpPr>
      <dsp:spPr>
        <a:xfrm>
          <a:off x="4795694" y="1006824"/>
          <a:ext cx="1569976" cy="421335"/>
        </a:xfrm>
        <a:custGeom>
          <a:avLst/>
          <a:gdLst/>
          <a:ahLst/>
          <a:cxnLst/>
          <a:rect l="0" t="0" r="0" b="0"/>
          <a:pathLst>
            <a:path>
              <a:moveTo>
                <a:pt x="1569976" y="0"/>
              </a:moveTo>
              <a:lnTo>
                <a:pt x="1569976" y="210667"/>
              </a:lnTo>
              <a:lnTo>
                <a:pt x="0" y="210667"/>
              </a:lnTo>
              <a:lnTo>
                <a:pt x="0"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110B-1B48-48A2-B622-2A0797450A08}">
      <dsp:nvSpPr>
        <dsp:cNvPr id="0" name=""/>
        <dsp:cNvSpPr/>
      </dsp:nvSpPr>
      <dsp:spPr>
        <a:xfrm>
          <a:off x="3938959" y="3644"/>
          <a:ext cx="4853424"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lumMod val="50000"/>
                  <a:lumOff val="50000"/>
                </a:schemeClr>
              </a:solidFill>
              <a:latin typeface="Quadraat" panose="02000503060000090004" pitchFamily="2" charset="0"/>
            </a:rPr>
            <a:t>Acute mesenteric ischemia</a:t>
          </a:r>
        </a:p>
      </dsp:txBody>
      <dsp:txXfrm>
        <a:off x="3938959" y="3644"/>
        <a:ext cx="4853424" cy="1003179"/>
      </dsp:txXfrm>
    </dsp:sp>
    <dsp:sp modelId="{BC96FFD2-D653-4557-A25D-6B6B29FB734B}">
      <dsp:nvSpPr>
        <dsp:cNvPr id="0" name=""/>
        <dsp:cNvSpPr/>
      </dsp:nvSpPr>
      <dsp:spPr>
        <a:xfrm>
          <a:off x="3792515"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Arterial</a:t>
          </a:r>
        </a:p>
      </dsp:txBody>
      <dsp:txXfrm>
        <a:off x="3792515" y="1428160"/>
        <a:ext cx="2006359" cy="1003179"/>
      </dsp:txXfrm>
    </dsp:sp>
    <dsp:sp modelId="{C28E1A03-0B26-413D-A2B7-C9F5B7ABF5CA}">
      <dsp:nvSpPr>
        <dsp:cNvPr id="0" name=""/>
        <dsp:cNvSpPr/>
      </dsp:nvSpPr>
      <dsp:spPr>
        <a:xfrm>
          <a:off x="257866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Nonocclusive mesenteric ischemia</a:t>
          </a:r>
        </a:p>
      </dsp:txBody>
      <dsp:txXfrm>
        <a:off x="2578667" y="2852675"/>
        <a:ext cx="2006359" cy="1003179"/>
      </dsp:txXfrm>
    </dsp:sp>
    <dsp:sp modelId="{B3591140-851A-4245-8047-0739084F610D}">
      <dsp:nvSpPr>
        <dsp:cNvPr id="0" name=""/>
        <dsp:cNvSpPr/>
      </dsp:nvSpPr>
      <dsp:spPr>
        <a:xfrm>
          <a:off x="5006362"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Occlusive mesenteric ischemia</a:t>
          </a:r>
        </a:p>
      </dsp:txBody>
      <dsp:txXfrm>
        <a:off x="5006362" y="2852675"/>
        <a:ext cx="2006359" cy="1003179"/>
      </dsp:txXfrm>
    </dsp:sp>
    <dsp:sp modelId="{1BA6180D-4D1C-4035-B32F-F27C81B88C0C}">
      <dsp:nvSpPr>
        <dsp:cNvPr id="0" name=""/>
        <dsp:cNvSpPr/>
      </dsp:nvSpPr>
      <dsp:spPr>
        <a:xfrm>
          <a:off x="5507952" y="4277190"/>
          <a:ext cx="2006359" cy="1003179"/>
        </a:xfrm>
        <a:prstGeom prst="rect">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Quadraat" panose="02000503060000090004" pitchFamily="2" charset="0"/>
            </a:rPr>
            <a:t>Mesenteric arterial embolism</a:t>
          </a:r>
        </a:p>
      </dsp:txBody>
      <dsp:txXfrm>
        <a:off x="5507952" y="4277190"/>
        <a:ext cx="2006359" cy="1003179"/>
      </dsp:txXfrm>
    </dsp:sp>
    <dsp:sp modelId="{527EB5DC-0A5F-4AB6-9DE6-A35B570AC4C3}">
      <dsp:nvSpPr>
        <dsp:cNvPr id="0" name=""/>
        <dsp:cNvSpPr/>
      </dsp:nvSpPr>
      <dsp:spPr>
        <a:xfrm>
          <a:off x="5507952" y="5701706"/>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Acute mesenteric arterial thrombosis</a:t>
          </a:r>
        </a:p>
      </dsp:txBody>
      <dsp:txXfrm>
        <a:off x="5507952" y="5701706"/>
        <a:ext cx="2006359" cy="1003179"/>
      </dsp:txXfrm>
    </dsp:sp>
    <dsp:sp modelId="{FCD27D05-907F-498F-8647-8627EB611724}">
      <dsp:nvSpPr>
        <dsp:cNvPr id="0" name=""/>
        <dsp:cNvSpPr/>
      </dsp:nvSpPr>
      <dsp:spPr>
        <a:xfrm>
          <a:off x="6932467"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Venous</a:t>
          </a:r>
        </a:p>
      </dsp:txBody>
      <dsp:txXfrm>
        <a:off x="6932467" y="1428160"/>
        <a:ext cx="2006359" cy="1003179"/>
      </dsp:txXfrm>
    </dsp:sp>
    <dsp:sp modelId="{A0D74BA0-8043-4424-94FF-3A2ACAC8977D}">
      <dsp:nvSpPr>
        <dsp:cNvPr id="0" name=""/>
        <dsp:cNvSpPr/>
      </dsp:nvSpPr>
      <dsp:spPr>
        <a:xfrm>
          <a:off x="743405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venous thrombosis</a:t>
          </a:r>
        </a:p>
      </dsp:txBody>
      <dsp:txXfrm>
        <a:off x="7434057" y="2852675"/>
        <a:ext cx="2006359" cy="10031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65521-F364-45CA-B50F-25CF9C2E315B}">
      <dsp:nvSpPr>
        <dsp:cNvPr id="0" name=""/>
        <dsp:cNvSpPr/>
      </dsp:nvSpPr>
      <dsp:spPr>
        <a:xfrm>
          <a:off x="7133103" y="2431340"/>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6C38C-3171-4E2B-BA5E-91FA0F8F0690}">
      <dsp:nvSpPr>
        <dsp:cNvPr id="0" name=""/>
        <dsp:cNvSpPr/>
      </dsp:nvSpPr>
      <dsp:spPr>
        <a:xfrm>
          <a:off x="6365671" y="1006824"/>
          <a:ext cx="1569976" cy="421335"/>
        </a:xfrm>
        <a:custGeom>
          <a:avLst/>
          <a:gdLst/>
          <a:ahLst/>
          <a:cxnLst/>
          <a:rect l="0" t="0" r="0" b="0"/>
          <a:pathLst>
            <a:path>
              <a:moveTo>
                <a:pt x="0" y="0"/>
              </a:moveTo>
              <a:lnTo>
                <a:pt x="0" y="210667"/>
              </a:lnTo>
              <a:lnTo>
                <a:pt x="1569976" y="210667"/>
              </a:lnTo>
              <a:lnTo>
                <a:pt x="1569976"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14AF83-DA9F-4261-B432-357C2D898E12}">
      <dsp:nvSpPr>
        <dsp:cNvPr id="0" name=""/>
        <dsp:cNvSpPr/>
      </dsp:nvSpPr>
      <dsp:spPr>
        <a:xfrm>
          <a:off x="5206998" y="3855855"/>
          <a:ext cx="300953" cy="2347440"/>
        </a:xfrm>
        <a:custGeom>
          <a:avLst/>
          <a:gdLst/>
          <a:ahLst/>
          <a:cxnLst/>
          <a:rect l="0" t="0" r="0" b="0"/>
          <a:pathLst>
            <a:path>
              <a:moveTo>
                <a:pt x="0" y="0"/>
              </a:moveTo>
              <a:lnTo>
                <a:pt x="0" y="2347440"/>
              </a:lnTo>
              <a:lnTo>
                <a:pt x="300953" y="2347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C7F5C-041A-4062-A27E-E3DD49A0569C}">
      <dsp:nvSpPr>
        <dsp:cNvPr id="0" name=""/>
        <dsp:cNvSpPr/>
      </dsp:nvSpPr>
      <dsp:spPr>
        <a:xfrm>
          <a:off x="5206998" y="3855855"/>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5C75A-3D78-4BF6-ADF2-6AF80D8EEC38}">
      <dsp:nvSpPr>
        <dsp:cNvPr id="0" name=""/>
        <dsp:cNvSpPr/>
      </dsp:nvSpPr>
      <dsp:spPr>
        <a:xfrm>
          <a:off x="4795694" y="2431340"/>
          <a:ext cx="1213847" cy="421335"/>
        </a:xfrm>
        <a:custGeom>
          <a:avLst/>
          <a:gdLst/>
          <a:ahLst/>
          <a:cxnLst/>
          <a:rect l="0" t="0" r="0" b="0"/>
          <a:pathLst>
            <a:path>
              <a:moveTo>
                <a:pt x="0" y="0"/>
              </a:moveTo>
              <a:lnTo>
                <a:pt x="0" y="210667"/>
              </a:lnTo>
              <a:lnTo>
                <a:pt x="1213847" y="210667"/>
              </a:lnTo>
              <a:lnTo>
                <a:pt x="1213847"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43FE-4E06-4FF4-A71C-508476DABC31}">
      <dsp:nvSpPr>
        <dsp:cNvPr id="0" name=""/>
        <dsp:cNvSpPr/>
      </dsp:nvSpPr>
      <dsp:spPr>
        <a:xfrm>
          <a:off x="3581847" y="2431340"/>
          <a:ext cx="1213847" cy="421335"/>
        </a:xfrm>
        <a:custGeom>
          <a:avLst/>
          <a:gdLst/>
          <a:ahLst/>
          <a:cxnLst/>
          <a:rect l="0" t="0" r="0" b="0"/>
          <a:pathLst>
            <a:path>
              <a:moveTo>
                <a:pt x="1213847" y="0"/>
              </a:moveTo>
              <a:lnTo>
                <a:pt x="1213847" y="210667"/>
              </a:lnTo>
              <a:lnTo>
                <a:pt x="0" y="210667"/>
              </a:lnTo>
              <a:lnTo>
                <a:pt x="0"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E5BCD8-D5D9-4EBB-B5C0-A1AE3C76A3CE}">
      <dsp:nvSpPr>
        <dsp:cNvPr id="0" name=""/>
        <dsp:cNvSpPr/>
      </dsp:nvSpPr>
      <dsp:spPr>
        <a:xfrm>
          <a:off x="4795694" y="1006824"/>
          <a:ext cx="1569976" cy="421335"/>
        </a:xfrm>
        <a:custGeom>
          <a:avLst/>
          <a:gdLst/>
          <a:ahLst/>
          <a:cxnLst/>
          <a:rect l="0" t="0" r="0" b="0"/>
          <a:pathLst>
            <a:path>
              <a:moveTo>
                <a:pt x="1569976" y="0"/>
              </a:moveTo>
              <a:lnTo>
                <a:pt x="1569976" y="210667"/>
              </a:lnTo>
              <a:lnTo>
                <a:pt x="0" y="210667"/>
              </a:lnTo>
              <a:lnTo>
                <a:pt x="0"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110B-1B48-48A2-B622-2A0797450A08}">
      <dsp:nvSpPr>
        <dsp:cNvPr id="0" name=""/>
        <dsp:cNvSpPr/>
      </dsp:nvSpPr>
      <dsp:spPr>
        <a:xfrm>
          <a:off x="3938959" y="3644"/>
          <a:ext cx="4853424"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lumMod val="50000"/>
                  <a:lumOff val="50000"/>
                </a:schemeClr>
              </a:solidFill>
              <a:latin typeface="Quadraat" panose="02000503060000090004" pitchFamily="2" charset="0"/>
            </a:rPr>
            <a:t>Acute mesenteric ischemia</a:t>
          </a:r>
        </a:p>
      </dsp:txBody>
      <dsp:txXfrm>
        <a:off x="3938959" y="3644"/>
        <a:ext cx="4853424" cy="1003179"/>
      </dsp:txXfrm>
    </dsp:sp>
    <dsp:sp modelId="{BC96FFD2-D653-4557-A25D-6B6B29FB734B}">
      <dsp:nvSpPr>
        <dsp:cNvPr id="0" name=""/>
        <dsp:cNvSpPr/>
      </dsp:nvSpPr>
      <dsp:spPr>
        <a:xfrm>
          <a:off x="3792515"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Arterial</a:t>
          </a:r>
        </a:p>
      </dsp:txBody>
      <dsp:txXfrm>
        <a:off x="3792515" y="1428160"/>
        <a:ext cx="2006359" cy="1003179"/>
      </dsp:txXfrm>
    </dsp:sp>
    <dsp:sp modelId="{C28E1A03-0B26-413D-A2B7-C9F5B7ABF5CA}">
      <dsp:nvSpPr>
        <dsp:cNvPr id="0" name=""/>
        <dsp:cNvSpPr/>
      </dsp:nvSpPr>
      <dsp:spPr>
        <a:xfrm>
          <a:off x="257866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Nonocclusive mesenteric ischemia</a:t>
          </a:r>
        </a:p>
      </dsp:txBody>
      <dsp:txXfrm>
        <a:off x="2578667" y="2852675"/>
        <a:ext cx="2006359" cy="1003179"/>
      </dsp:txXfrm>
    </dsp:sp>
    <dsp:sp modelId="{B3591140-851A-4245-8047-0739084F610D}">
      <dsp:nvSpPr>
        <dsp:cNvPr id="0" name=""/>
        <dsp:cNvSpPr/>
      </dsp:nvSpPr>
      <dsp:spPr>
        <a:xfrm>
          <a:off x="5006362"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Occlusive mesenteric ischemia</a:t>
          </a:r>
        </a:p>
      </dsp:txBody>
      <dsp:txXfrm>
        <a:off x="5006362" y="2852675"/>
        <a:ext cx="2006359" cy="1003179"/>
      </dsp:txXfrm>
    </dsp:sp>
    <dsp:sp modelId="{1BA6180D-4D1C-4035-B32F-F27C81B88C0C}">
      <dsp:nvSpPr>
        <dsp:cNvPr id="0" name=""/>
        <dsp:cNvSpPr/>
      </dsp:nvSpPr>
      <dsp:spPr>
        <a:xfrm>
          <a:off x="5507952" y="427719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arterial embolism</a:t>
          </a:r>
        </a:p>
      </dsp:txBody>
      <dsp:txXfrm>
        <a:off x="5507952" y="4277190"/>
        <a:ext cx="2006359" cy="1003179"/>
      </dsp:txXfrm>
    </dsp:sp>
    <dsp:sp modelId="{527EB5DC-0A5F-4AB6-9DE6-A35B570AC4C3}">
      <dsp:nvSpPr>
        <dsp:cNvPr id="0" name=""/>
        <dsp:cNvSpPr/>
      </dsp:nvSpPr>
      <dsp:spPr>
        <a:xfrm>
          <a:off x="5507952" y="5701706"/>
          <a:ext cx="2006359" cy="1003179"/>
        </a:xfrm>
        <a:prstGeom prst="rect">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Quadraat" panose="02000503060000090004" pitchFamily="2" charset="0"/>
            </a:rPr>
            <a:t>Acute mesenteric arterial thrombosis</a:t>
          </a:r>
        </a:p>
      </dsp:txBody>
      <dsp:txXfrm>
        <a:off x="5507952" y="5701706"/>
        <a:ext cx="2006359" cy="1003179"/>
      </dsp:txXfrm>
    </dsp:sp>
    <dsp:sp modelId="{FCD27D05-907F-498F-8647-8627EB611724}">
      <dsp:nvSpPr>
        <dsp:cNvPr id="0" name=""/>
        <dsp:cNvSpPr/>
      </dsp:nvSpPr>
      <dsp:spPr>
        <a:xfrm>
          <a:off x="6932467"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Venous</a:t>
          </a:r>
        </a:p>
      </dsp:txBody>
      <dsp:txXfrm>
        <a:off x="6932467" y="1428160"/>
        <a:ext cx="2006359" cy="1003179"/>
      </dsp:txXfrm>
    </dsp:sp>
    <dsp:sp modelId="{A0D74BA0-8043-4424-94FF-3A2ACAC8977D}">
      <dsp:nvSpPr>
        <dsp:cNvPr id="0" name=""/>
        <dsp:cNvSpPr/>
      </dsp:nvSpPr>
      <dsp:spPr>
        <a:xfrm>
          <a:off x="743405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venous thrombosis</a:t>
          </a:r>
        </a:p>
      </dsp:txBody>
      <dsp:txXfrm>
        <a:off x="7434057" y="2852675"/>
        <a:ext cx="2006359" cy="10031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65521-F364-45CA-B50F-25CF9C2E315B}">
      <dsp:nvSpPr>
        <dsp:cNvPr id="0" name=""/>
        <dsp:cNvSpPr/>
      </dsp:nvSpPr>
      <dsp:spPr>
        <a:xfrm>
          <a:off x="7133103" y="2431340"/>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6C38C-3171-4E2B-BA5E-91FA0F8F0690}">
      <dsp:nvSpPr>
        <dsp:cNvPr id="0" name=""/>
        <dsp:cNvSpPr/>
      </dsp:nvSpPr>
      <dsp:spPr>
        <a:xfrm>
          <a:off x="6365671" y="1006824"/>
          <a:ext cx="1569976" cy="421335"/>
        </a:xfrm>
        <a:custGeom>
          <a:avLst/>
          <a:gdLst/>
          <a:ahLst/>
          <a:cxnLst/>
          <a:rect l="0" t="0" r="0" b="0"/>
          <a:pathLst>
            <a:path>
              <a:moveTo>
                <a:pt x="0" y="0"/>
              </a:moveTo>
              <a:lnTo>
                <a:pt x="0" y="210667"/>
              </a:lnTo>
              <a:lnTo>
                <a:pt x="1569976" y="210667"/>
              </a:lnTo>
              <a:lnTo>
                <a:pt x="1569976"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314AF83-DA9F-4261-B432-357C2D898E12}">
      <dsp:nvSpPr>
        <dsp:cNvPr id="0" name=""/>
        <dsp:cNvSpPr/>
      </dsp:nvSpPr>
      <dsp:spPr>
        <a:xfrm>
          <a:off x="5206998" y="3855855"/>
          <a:ext cx="300953" cy="2347440"/>
        </a:xfrm>
        <a:custGeom>
          <a:avLst/>
          <a:gdLst/>
          <a:ahLst/>
          <a:cxnLst/>
          <a:rect l="0" t="0" r="0" b="0"/>
          <a:pathLst>
            <a:path>
              <a:moveTo>
                <a:pt x="0" y="0"/>
              </a:moveTo>
              <a:lnTo>
                <a:pt x="0" y="2347440"/>
              </a:lnTo>
              <a:lnTo>
                <a:pt x="300953" y="2347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C7F5C-041A-4062-A27E-E3DD49A0569C}">
      <dsp:nvSpPr>
        <dsp:cNvPr id="0" name=""/>
        <dsp:cNvSpPr/>
      </dsp:nvSpPr>
      <dsp:spPr>
        <a:xfrm>
          <a:off x="5206998" y="3855855"/>
          <a:ext cx="300953" cy="922925"/>
        </a:xfrm>
        <a:custGeom>
          <a:avLst/>
          <a:gdLst/>
          <a:ahLst/>
          <a:cxnLst/>
          <a:rect l="0" t="0" r="0" b="0"/>
          <a:pathLst>
            <a:path>
              <a:moveTo>
                <a:pt x="0" y="0"/>
              </a:moveTo>
              <a:lnTo>
                <a:pt x="0" y="922925"/>
              </a:lnTo>
              <a:lnTo>
                <a:pt x="300953" y="92292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25C75A-3D78-4BF6-ADF2-6AF80D8EEC38}">
      <dsp:nvSpPr>
        <dsp:cNvPr id="0" name=""/>
        <dsp:cNvSpPr/>
      </dsp:nvSpPr>
      <dsp:spPr>
        <a:xfrm>
          <a:off x="4795694" y="2431340"/>
          <a:ext cx="1213847" cy="421335"/>
        </a:xfrm>
        <a:custGeom>
          <a:avLst/>
          <a:gdLst/>
          <a:ahLst/>
          <a:cxnLst/>
          <a:rect l="0" t="0" r="0" b="0"/>
          <a:pathLst>
            <a:path>
              <a:moveTo>
                <a:pt x="0" y="0"/>
              </a:moveTo>
              <a:lnTo>
                <a:pt x="0" y="210667"/>
              </a:lnTo>
              <a:lnTo>
                <a:pt x="1213847" y="210667"/>
              </a:lnTo>
              <a:lnTo>
                <a:pt x="1213847"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B43FE-4E06-4FF4-A71C-508476DABC31}">
      <dsp:nvSpPr>
        <dsp:cNvPr id="0" name=""/>
        <dsp:cNvSpPr/>
      </dsp:nvSpPr>
      <dsp:spPr>
        <a:xfrm>
          <a:off x="3581847" y="2431340"/>
          <a:ext cx="1213847" cy="421335"/>
        </a:xfrm>
        <a:custGeom>
          <a:avLst/>
          <a:gdLst/>
          <a:ahLst/>
          <a:cxnLst/>
          <a:rect l="0" t="0" r="0" b="0"/>
          <a:pathLst>
            <a:path>
              <a:moveTo>
                <a:pt x="1213847" y="0"/>
              </a:moveTo>
              <a:lnTo>
                <a:pt x="1213847" y="210667"/>
              </a:lnTo>
              <a:lnTo>
                <a:pt x="0" y="210667"/>
              </a:lnTo>
              <a:lnTo>
                <a:pt x="0" y="42133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E5BCD8-D5D9-4EBB-B5C0-A1AE3C76A3CE}">
      <dsp:nvSpPr>
        <dsp:cNvPr id="0" name=""/>
        <dsp:cNvSpPr/>
      </dsp:nvSpPr>
      <dsp:spPr>
        <a:xfrm>
          <a:off x="4795694" y="1006824"/>
          <a:ext cx="1569976" cy="421335"/>
        </a:xfrm>
        <a:custGeom>
          <a:avLst/>
          <a:gdLst/>
          <a:ahLst/>
          <a:cxnLst/>
          <a:rect l="0" t="0" r="0" b="0"/>
          <a:pathLst>
            <a:path>
              <a:moveTo>
                <a:pt x="1569976" y="0"/>
              </a:moveTo>
              <a:lnTo>
                <a:pt x="1569976" y="210667"/>
              </a:lnTo>
              <a:lnTo>
                <a:pt x="0" y="210667"/>
              </a:lnTo>
              <a:lnTo>
                <a:pt x="0" y="42133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1110B-1B48-48A2-B622-2A0797450A08}">
      <dsp:nvSpPr>
        <dsp:cNvPr id="0" name=""/>
        <dsp:cNvSpPr/>
      </dsp:nvSpPr>
      <dsp:spPr>
        <a:xfrm>
          <a:off x="3938959" y="3644"/>
          <a:ext cx="4853424"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tx1">
                  <a:lumMod val="50000"/>
                  <a:lumOff val="50000"/>
                </a:schemeClr>
              </a:solidFill>
              <a:latin typeface="Quadraat" panose="02000503060000090004" pitchFamily="2" charset="0"/>
            </a:rPr>
            <a:t>Acute mesenteric ischemia</a:t>
          </a:r>
        </a:p>
      </dsp:txBody>
      <dsp:txXfrm>
        <a:off x="3938959" y="3644"/>
        <a:ext cx="4853424" cy="1003179"/>
      </dsp:txXfrm>
    </dsp:sp>
    <dsp:sp modelId="{BC96FFD2-D653-4557-A25D-6B6B29FB734B}">
      <dsp:nvSpPr>
        <dsp:cNvPr id="0" name=""/>
        <dsp:cNvSpPr/>
      </dsp:nvSpPr>
      <dsp:spPr>
        <a:xfrm>
          <a:off x="3792515"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Arterial</a:t>
          </a:r>
        </a:p>
      </dsp:txBody>
      <dsp:txXfrm>
        <a:off x="3792515" y="1428160"/>
        <a:ext cx="2006359" cy="1003179"/>
      </dsp:txXfrm>
    </dsp:sp>
    <dsp:sp modelId="{C28E1A03-0B26-413D-A2B7-C9F5B7ABF5CA}">
      <dsp:nvSpPr>
        <dsp:cNvPr id="0" name=""/>
        <dsp:cNvSpPr/>
      </dsp:nvSpPr>
      <dsp:spPr>
        <a:xfrm>
          <a:off x="2578667"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Nonocclusive mesenteric ischemia</a:t>
          </a:r>
        </a:p>
      </dsp:txBody>
      <dsp:txXfrm>
        <a:off x="2578667" y="2852675"/>
        <a:ext cx="2006359" cy="1003179"/>
      </dsp:txXfrm>
    </dsp:sp>
    <dsp:sp modelId="{B3591140-851A-4245-8047-0739084F610D}">
      <dsp:nvSpPr>
        <dsp:cNvPr id="0" name=""/>
        <dsp:cNvSpPr/>
      </dsp:nvSpPr>
      <dsp:spPr>
        <a:xfrm>
          <a:off x="5006362" y="2852675"/>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Occlusive mesenteric ischemia</a:t>
          </a:r>
        </a:p>
      </dsp:txBody>
      <dsp:txXfrm>
        <a:off x="5006362" y="2852675"/>
        <a:ext cx="2006359" cy="1003179"/>
      </dsp:txXfrm>
    </dsp:sp>
    <dsp:sp modelId="{1BA6180D-4D1C-4035-B32F-F27C81B88C0C}">
      <dsp:nvSpPr>
        <dsp:cNvPr id="0" name=""/>
        <dsp:cNvSpPr/>
      </dsp:nvSpPr>
      <dsp:spPr>
        <a:xfrm>
          <a:off x="5507952" y="427719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Mesenteric arterial embolism</a:t>
          </a:r>
        </a:p>
      </dsp:txBody>
      <dsp:txXfrm>
        <a:off x="5507952" y="4277190"/>
        <a:ext cx="2006359" cy="1003179"/>
      </dsp:txXfrm>
    </dsp:sp>
    <dsp:sp modelId="{527EB5DC-0A5F-4AB6-9DE6-A35B570AC4C3}">
      <dsp:nvSpPr>
        <dsp:cNvPr id="0" name=""/>
        <dsp:cNvSpPr/>
      </dsp:nvSpPr>
      <dsp:spPr>
        <a:xfrm>
          <a:off x="5507952" y="5701706"/>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lumMod val="50000"/>
                  <a:lumOff val="50000"/>
                </a:schemeClr>
              </a:solidFill>
              <a:latin typeface="Quadraat" panose="02000503060000090004" pitchFamily="2" charset="0"/>
            </a:rPr>
            <a:t>Acute mesenteric arterial thrombosis</a:t>
          </a:r>
        </a:p>
      </dsp:txBody>
      <dsp:txXfrm>
        <a:off x="5507952" y="5701706"/>
        <a:ext cx="2006359" cy="1003179"/>
      </dsp:txXfrm>
    </dsp:sp>
    <dsp:sp modelId="{FCD27D05-907F-498F-8647-8627EB611724}">
      <dsp:nvSpPr>
        <dsp:cNvPr id="0" name=""/>
        <dsp:cNvSpPr/>
      </dsp:nvSpPr>
      <dsp:spPr>
        <a:xfrm>
          <a:off x="6932467" y="1428160"/>
          <a:ext cx="2006359" cy="100317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lumMod val="50000"/>
                  <a:lumOff val="50000"/>
                </a:schemeClr>
              </a:solidFill>
              <a:latin typeface="Quadraat" panose="02000503060000090004" pitchFamily="2" charset="0"/>
            </a:rPr>
            <a:t>Venous</a:t>
          </a:r>
        </a:p>
      </dsp:txBody>
      <dsp:txXfrm>
        <a:off x="6932467" y="1428160"/>
        <a:ext cx="2006359" cy="1003179"/>
      </dsp:txXfrm>
    </dsp:sp>
    <dsp:sp modelId="{A0D74BA0-8043-4424-94FF-3A2ACAC8977D}">
      <dsp:nvSpPr>
        <dsp:cNvPr id="0" name=""/>
        <dsp:cNvSpPr/>
      </dsp:nvSpPr>
      <dsp:spPr>
        <a:xfrm>
          <a:off x="7434057" y="2852675"/>
          <a:ext cx="2006359" cy="1003179"/>
        </a:xfrm>
        <a:prstGeom prst="rect">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Quadraat" panose="02000503060000090004" pitchFamily="2" charset="0"/>
            </a:rPr>
            <a:t>Mesenteric venous thrombosis</a:t>
          </a:r>
        </a:p>
      </dsp:txBody>
      <dsp:txXfrm>
        <a:off x="7434057" y="2852675"/>
        <a:ext cx="2006359" cy="10031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8927-4BCC-46FA-8A70-EA72FACBFD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1A6624-11B0-4EBA-83F6-74B4151B5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9CB3DF-6783-4C94-89E1-8D8E5CE129CF}"/>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5" name="Footer Placeholder 4">
            <a:extLst>
              <a:ext uri="{FF2B5EF4-FFF2-40B4-BE49-F238E27FC236}">
                <a16:creationId xmlns:a16="http://schemas.microsoft.com/office/drawing/2014/main" id="{65D77B8C-15E0-4E82-A4CD-ACEDECE8F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BF4835-4C0F-40FA-BCC2-4A4FA02C0471}"/>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2868495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0529-7834-4060-957D-EFBA718F48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82C638-19D1-4E7E-9A3C-585BE9E4079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55A7C-8E15-4E6B-952C-3C31BC7B0000}"/>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5" name="Footer Placeholder 4">
            <a:extLst>
              <a:ext uri="{FF2B5EF4-FFF2-40B4-BE49-F238E27FC236}">
                <a16:creationId xmlns:a16="http://schemas.microsoft.com/office/drawing/2014/main" id="{DADAEE37-E628-40C3-BF8B-6648BC493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A01CF-3497-409B-BCE3-B5C66929C785}"/>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2780184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9C293-6962-446E-B36A-01BE5AE690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D886CB-4B31-42E2-929A-FFF8921124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FC74FC0-05E0-4D79-9A36-72E5BAA33720}"/>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5" name="Footer Placeholder 4">
            <a:extLst>
              <a:ext uri="{FF2B5EF4-FFF2-40B4-BE49-F238E27FC236}">
                <a16:creationId xmlns:a16="http://schemas.microsoft.com/office/drawing/2014/main" id="{84416EA7-EB29-41C2-9912-9286C1833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079D55-8E42-495D-9E98-83F2BD97F9F8}"/>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428210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6820-9F5E-4E01-B7F5-9A370E5C4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574910-9ABA-46B7-B829-00BD69F5A16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B037F9-ADE5-439F-B91A-CD8753A0645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4075C2-71F1-480E-B424-93A478509580}"/>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6" name="Footer Placeholder 5">
            <a:extLst>
              <a:ext uri="{FF2B5EF4-FFF2-40B4-BE49-F238E27FC236}">
                <a16:creationId xmlns:a16="http://schemas.microsoft.com/office/drawing/2014/main" id="{2E1A7DF6-D11D-4EF9-9D5E-FF91658D3B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BE9121-E4C5-4359-8564-3BE18045C9CC}"/>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1103941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902C5-A36B-40F9-A413-5A07F98D46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7238B5-9E21-4783-9730-383AC5EEE2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C2BEBBC-F56F-4D34-9DF9-076D02DB22B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E50E72-5E88-4CB0-9AC2-8FCA3DBF7E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BD19D14-485B-4ADE-A0EB-D2E3CE62529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8B9141-8C9A-4093-92EC-1AA1E79F7AB7}"/>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8" name="Footer Placeholder 7">
            <a:extLst>
              <a:ext uri="{FF2B5EF4-FFF2-40B4-BE49-F238E27FC236}">
                <a16:creationId xmlns:a16="http://schemas.microsoft.com/office/drawing/2014/main" id="{72003DBF-B778-4B88-8FE0-606DBE8EC0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9658AE-B77A-4206-B49F-46F6FEE4AD3D}"/>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745937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77A5A-2EB0-4CF8-A6C1-086DE4ACCD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F7F3E6-BE01-4791-B246-E6520DF9AB91}"/>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4" name="Footer Placeholder 3">
            <a:extLst>
              <a:ext uri="{FF2B5EF4-FFF2-40B4-BE49-F238E27FC236}">
                <a16:creationId xmlns:a16="http://schemas.microsoft.com/office/drawing/2014/main" id="{FD7BAAA4-9CAF-4997-8B8A-37952AFAE4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508CCF-183D-49EA-B358-1DCA2483CFAA}"/>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3195221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C260F-CA7C-4020-8AE5-382550980D33}"/>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3" name="Footer Placeholder 2">
            <a:extLst>
              <a:ext uri="{FF2B5EF4-FFF2-40B4-BE49-F238E27FC236}">
                <a16:creationId xmlns:a16="http://schemas.microsoft.com/office/drawing/2014/main" id="{5343E2C0-86B4-4AA5-99AE-8552882DB8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7F996E-6865-447D-9013-EBD45A7E4ADB}"/>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251731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491B-ADAA-4494-9355-5D9A4988E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764B92-B051-4A9F-B0DB-4BC3205221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730FA3-072B-4A4F-A3BD-A383857DE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DD3EF01-1A3C-4D32-9BB0-0F7C427352E2}"/>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6" name="Footer Placeholder 5">
            <a:extLst>
              <a:ext uri="{FF2B5EF4-FFF2-40B4-BE49-F238E27FC236}">
                <a16:creationId xmlns:a16="http://schemas.microsoft.com/office/drawing/2014/main" id="{0EFEC294-CE92-445C-861D-F5D1233160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BADE0C-CE31-4C91-95DF-E2E6A8C65F73}"/>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3222813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36D3-9CAE-4C08-90CE-C69FC7599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7E2C51-761B-47C2-A82E-03DB15049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4E6C41-B2EC-4BE3-B256-AC15F0BE0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5B3ADFE-F9DF-4186-9831-291C71B00F44}"/>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6" name="Footer Placeholder 5">
            <a:extLst>
              <a:ext uri="{FF2B5EF4-FFF2-40B4-BE49-F238E27FC236}">
                <a16:creationId xmlns:a16="http://schemas.microsoft.com/office/drawing/2014/main" id="{416157E4-E74A-4AF0-B398-C61B0B641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665602-6B8A-4F89-9AC6-16212EAE0D5D}"/>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2821865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07A2-0474-4BAC-9107-A03A2C53DD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FCE7D4-D5AB-4341-A2B4-07DF5A1337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2EC59-E588-4D95-AF97-2E2CA47911CC}"/>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5" name="Footer Placeholder 4">
            <a:extLst>
              <a:ext uri="{FF2B5EF4-FFF2-40B4-BE49-F238E27FC236}">
                <a16:creationId xmlns:a16="http://schemas.microsoft.com/office/drawing/2014/main" id="{75A6A05C-977B-4119-B2AE-8719F90F3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65A2D8-0F45-4CB6-BDCC-A0F54FC41B74}"/>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2649836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5514EA-F83F-4FAC-9A35-2A46DF1626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3FD80F-55FF-4DA8-A039-09E9941018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CA1B2F-C6C1-421E-A8AB-5D54D96B1734}"/>
              </a:ext>
            </a:extLst>
          </p:cNvPr>
          <p:cNvSpPr>
            <a:spLocks noGrp="1"/>
          </p:cNvSpPr>
          <p:nvPr>
            <p:ph type="dt" sz="half" idx="10"/>
          </p:nvPr>
        </p:nvSpPr>
        <p:spPr/>
        <p:txBody>
          <a:bodyPr/>
          <a:lstStyle/>
          <a:p>
            <a:fld id="{FE0650AA-1612-4BFC-9F7D-08F7815AB102}" type="datetimeFigureOut">
              <a:rPr lang="en-US" smtClean="0"/>
              <a:t>9/29/19</a:t>
            </a:fld>
            <a:endParaRPr lang="en-US"/>
          </a:p>
        </p:txBody>
      </p:sp>
      <p:sp>
        <p:nvSpPr>
          <p:cNvPr id="5" name="Footer Placeholder 4">
            <a:extLst>
              <a:ext uri="{FF2B5EF4-FFF2-40B4-BE49-F238E27FC236}">
                <a16:creationId xmlns:a16="http://schemas.microsoft.com/office/drawing/2014/main" id="{BCBE98AA-8A8C-45D9-B9D9-6A339C088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8A9CD-82CE-464A-9435-838BF8C4BBF5}"/>
              </a:ext>
            </a:extLst>
          </p:cNvPr>
          <p:cNvSpPr>
            <a:spLocks noGrp="1"/>
          </p:cNvSpPr>
          <p:nvPr>
            <p:ph type="sldNum" sz="quarter" idx="12"/>
          </p:nvPr>
        </p:nvSpPr>
        <p:spPr/>
        <p:txBody>
          <a:bodyPr/>
          <a:lstStyle/>
          <a:p>
            <a:fld id="{6624FFF9-EE96-462A-ABDE-DDC09EE9B3C9}" type="slidenum">
              <a:rPr lang="en-US" smtClean="0"/>
              <a:t>‹#›</a:t>
            </a:fld>
            <a:endParaRPr lang="en-US"/>
          </a:p>
        </p:txBody>
      </p:sp>
    </p:spTree>
    <p:extLst>
      <p:ext uri="{BB962C8B-B14F-4D97-AF65-F5344CB8AC3E}">
        <p14:creationId xmlns:p14="http://schemas.microsoft.com/office/powerpoint/2010/main" val="351640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297448-7A3D-4739-9E0E-8CDA993A36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36C576-58A4-4696-A952-E763FC3571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65386-6DE3-4B63-90B5-27329AB833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Quadraat" panose="02000503060000090004" pitchFamily="2" charset="0"/>
              </a:defRPr>
            </a:lvl1pPr>
          </a:lstStyle>
          <a:p>
            <a:fld id="{FE0650AA-1612-4BFC-9F7D-08F7815AB102}" type="datetimeFigureOut">
              <a:rPr lang="en-US" smtClean="0"/>
              <a:pPr/>
              <a:t>9/29/19</a:t>
            </a:fld>
            <a:endParaRPr lang="en-US"/>
          </a:p>
        </p:txBody>
      </p:sp>
      <p:sp>
        <p:nvSpPr>
          <p:cNvPr id="5" name="Footer Placeholder 4">
            <a:extLst>
              <a:ext uri="{FF2B5EF4-FFF2-40B4-BE49-F238E27FC236}">
                <a16:creationId xmlns:a16="http://schemas.microsoft.com/office/drawing/2014/main" id="{C16CD434-3F94-4DB0-B7BF-892FD4A1BE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Quadraat" panose="02000503060000090004" pitchFamily="2" charset="0"/>
              </a:defRPr>
            </a:lvl1pPr>
          </a:lstStyle>
          <a:p>
            <a:endParaRPr lang="en-US"/>
          </a:p>
        </p:txBody>
      </p:sp>
      <p:sp>
        <p:nvSpPr>
          <p:cNvPr id="6" name="Slide Number Placeholder 5">
            <a:extLst>
              <a:ext uri="{FF2B5EF4-FFF2-40B4-BE49-F238E27FC236}">
                <a16:creationId xmlns:a16="http://schemas.microsoft.com/office/drawing/2014/main" id="{D89E03EA-FBB6-4CE5-80D2-470425A43A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Quadraat" panose="02000503060000090004" pitchFamily="2" charset="0"/>
              </a:defRPr>
            </a:lvl1pPr>
          </a:lstStyle>
          <a:p>
            <a:fld id="{6624FFF9-EE96-462A-ABDE-DDC09EE9B3C9}" type="slidenum">
              <a:rPr lang="en-US" smtClean="0"/>
              <a:pPr/>
              <a:t>‹#›</a:t>
            </a:fld>
            <a:endParaRPr lang="en-US"/>
          </a:p>
        </p:txBody>
      </p:sp>
    </p:spTree>
    <p:extLst>
      <p:ext uri="{BB962C8B-B14F-4D97-AF65-F5344CB8AC3E}">
        <p14:creationId xmlns:p14="http://schemas.microsoft.com/office/powerpoint/2010/main" val="2077331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g"/></Relationships>
</file>

<file path=ppt/slides/_rels/slide6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g"/></Relationships>
</file>

<file path=ppt/slides/_rels/slide6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ppendix, Colon and Rectum">
            <a:extLst>
              <a:ext uri="{FF2B5EF4-FFF2-40B4-BE49-F238E27FC236}">
                <a16:creationId xmlns:a16="http://schemas.microsoft.com/office/drawing/2014/main" id="{C756B32A-EBBD-4E11-94F3-D6909A04DE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7" t="2478" r="7942" b="50788"/>
          <a:stretch/>
        </p:blipFill>
        <p:spPr bwMode="auto">
          <a:xfrm>
            <a:off x="0" y="1"/>
            <a:ext cx="13472160" cy="695007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3102F7E-769E-4AE4-A781-D1DBA1AB032F}"/>
              </a:ext>
            </a:extLst>
          </p:cNvPr>
          <p:cNvSpPr/>
          <p:nvPr/>
        </p:nvSpPr>
        <p:spPr>
          <a:xfrm>
            <a:off x="0" y="-1"/>
            <a:ext cx="6659880" cy="7006537"/>
          </a:xfrm>
          <a:prstGeom prst="rect">
            <a:avLst/>
          </a:prstGeom>
          <a:gradFill flip="none" rotWithShape="1">
            <a:gsLst>
              <a:gs pos="0">
                <a:schemeClr val="bg1"/>
              </a:gs>
              <a:gs pos="100000">
                <a:schemeClr val="bg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FE3BB9-000F-46FD-8B9C-28AC45823E26}"/>
              </a:ext>
            </a:extLst>
          </p:cNvPr>
          <p:cNvSpPr>
            <a:spLocks noGrp="1"/>
          </p:cNvSpPr>
          <p:nvPr>
            <p:ph type="ctrTitle"/>
          </p:nvPr>
        </p:nvSpPr>
        <p:spPr>
          <a:xfrm>
            <a:off x="1661160" y="2871100"/>
            <a:ext cx="9144000" cy="2387600"/>
          </a:xfrm>
        </p:spPr>
        <p:txBody>
          <a:bodyPr/>
          <a:lstStyle/>
          <a:p>
            <a:r>
              <a:rPr lang="en-US" b="1" dirty="0"/>
              <a:t>Mesenteric Ischemia and Ischemic colitis</a:t>
            </a:r>
          </a:p>
        </p:txBody>
      </p:sp>
      <p:sp>
        <p:nvSpPr>
          <p:cNvPr id="3" name="Subtitle 2">
            <a:extLst>
              <a:ext uri="{FF2B5EF4-FFF2-40B4-BE49-F238E27FC236}">
                <a16:creationId xmlns:a16="http://schemas.microsoft.com/office/drawing/2014/main" id="{558EEB5F-C1B4-4421-82DB-EF98A2B26D1A}"/>
              </a:ext>
            </a:extLst>
          </p:cNvPr>
          <p:cNvSpPr>
            <a:spLocks noGrp="1"/>
          </p:cNvSpPr>
          <p:nvPr>
            <p:ph type="subTitle" idx="1"/>
          </p:nvPr>
        </p:nvSpPr>
        <p:spPr>
          <a:xfrm>
            <a:off x="1661160" y="5350775"/>
            <a:ext cx="9144000" cy="1655762"/>
          </a:xfrm>
        </p:spPr>
        <p:txBody>
          <a:bodyPr/>
          <a:lstStyle/>
          <a:p>
            <a:r>
              <a:rPr lang="en-US" i="1" dirty="0">
                <a:solidFill>
                  <a:schemeClr val="tx1">
                    <a:lumMod val="65000"/>
                    <a:lumOff val="35000"/>
                  </a:schemeClr>
                </a:solidFill>
              </a:rPr>
              <a:t>Mohammad </a:t>
            </a:r>
            <a:r>
              <a:rPr lang="en-US" i="1" dirty="0" err="1">
                <a:solidFill>
                  <a:schemeClr val="tx1">
                    <a:lumMod val="65000"/>
                    <a:lumOff val="35000"/>
                  </a:schemeClr>
                </a:solidFill>
              </a:rPr>
              <a:t>Almeqdadi</a:t>
            </a:r>
            <a:endParaRPr lang="en-US" i="1" dirty="0">
              <a:solidFill>
                <a:schemeClr val="tx1">
                  <a:lumMod val="65000"/>
                  <a:lumOff val="35000"/>
                </a:schemeClr>
              </a:solidFill>
            </a:endParaRPr>
          </a:p>
          <a:p>
            <a:r>
              <a:rPr lang="en-US" i="1" dirty="0">
                <a:solidFill>
                  <a:schemeClr val="tx1">
                    <a:lumMod val="65000"/>
                    <a:lumOff val="35000"/>
                  </a:schemeClr>
                </a:solidFill>
              </a:rPr>
              <a:t>GI Fellow</a:t>
            </a:r>
          </a:p>
        </p:txBody>
      </p:sp>
    </p:spTree>
    <p:extLst>
      <p:ext uri="{BB962C8B-B14F-4D97-AF65-F5344CB8AC3E}">
        <p14:creationId xmlns:p14="http://schemas.microsoft.com/office/powerpoint/2010/main" val="329075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0DD4-CC92-4AB3-B7E9-822AE225105B}"/>
              </a:ext>
            </a:extLst>
          </p:cNvPr>
          <p:cNvSpPr>
            <a:spLocks noGrp="1"/>
          </p:cNvSpPr>
          <p:nvPr>
            <p:ph type="title"/>
          </p:nvPr>
        </p:nvSpPr>
        <p:spPr/>
        <p:txBody>
          <a:bodyPr/>
          <a:lstStyle/>
          <a:p>
            <a:r>
              <a:rPr lang="en-US" dirty="0"/>
              <a:t>Case presentation</a:t>
            </a:r>
          </a:p>
        </p:txBody>
      </p:sp>
      <p:sp>
        <p:nvSpPr>
          <p:cNvPr id="3" name="Content Placeholder 2">
            <a:extLst>
              <a:ext uri="{FF2B5EF4-FFF2-40B4-BE49-F238E27FC236}">
                <a16:creationId xmlns:a16="http://schemas.microsoft.com/office/drawing/2014/main" id="{E6ED6B29-D765-4E48-94F6-06C0D41FC2B2}"/>
              </a:ext>
            </a:extLst>
          </p:cNvPr>
          <p:cNvSpPr>
            <a:spLocks noGrp="1"/>
          </p:cNvSpPr>
          <p:nvPr>
            <p:ph idx="1"/>
          </p:nvPr>
        </p:nvSpPr>
        <p:spPr/>
        <p:txBody>
          <a:bodyPr/>
          <a:lstStyle/>
          <a:p>
            <a:pPr marL="0" indent="0">
              <a:buNone/>
            </a:pPr>
            <a:r>
              <a:rPr lang="en-US" dirty="0"/>
              <a:t>The patient is a 67-year-old lady who presented with abdominal pain and altered mental status.</a:t>
            </a:r>
          </a:p>
          <a:p>
            <a:pPr marL="0" indent="0">
              <a:buNone/>
            </a:pPr>
            <a:r>
              <a:rPr lang="en-US" dirty="0"/>
              <a:t>She had been having intermittent infra-umbilical abdominal pain, sharp and crampy in nature, without radiation. The pain was associated with mild nausea without vomiting. The pain started few days prior to admission. She had constipation, but no blood in stool, or melena. </a:t>
            </a:r>
          </a:p>
          <a:p>
            <a:pPr marL="0" indent="0">
              <a:buNone/>
            </a:pPr>
            <a:r>
              <a:rPr lang="en-US" dirty="0"/>
              <a:t>Patient was noted to be more altered the day prior to presentation by her family, and due to increasing confusion, she was brought to the ED.</a:t>
            </a:r>
          </a:p>
          <a:p>
            <a:pPr marL="0" indent="0">
              <a:buNone/>
            </a:pPr>
            <a:r>
              <a:rPr lang="en-US" dirty="0"/>
              <a:t>She had no fevers, chills, rigors, chest pain or shortness of breath.</a:t>
            </a:r>
          </a:p>
        </p:txBody>
      </p:sp>
    </p:spTree>
    <p:extLst>
      <p:ext uri="{BB962C8B-B14F-4D97-AF65-F5344CB8AC3E}">
        <p14:creationId xmlns:p14="http://schemas.microsoft.com/office/powerpoint/2010/main" val="325352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0DD4-CC92-4AB3-B7E9-822AE225105B}"/>
              </a:ext>
            </a:extLst>
          </p:cNvPr>
          <p:cNvSpPr>
            <a:spLocks noGrp="1"/>
          </p:cNvSpPr>
          <p:nvPr>
            <p:ph type="title"/>
          </p:nvPr>
        </p:nvSpPr>
        <p:spPr/>
        <p:txBody>
          <a:bodyPr/>
          <a:lstStyle/>
          <a:p>
            <a:r>
              <a:rPr lang="en-US" dirty="0"/>
              <a:t>Case presentation</a:t>
            </a:r>
          </a:p>
        </p:txBody>
      </p:sp>
      <p:sp>
        <p:nvSpPr>
          <p:cNvPr id="3" name="Content Placeholder 2">
            <a:extLst>
              <a:ext uri="{FF2B5EF4-FFF2-40B4-BE49-F238E27FC236}">
                <a16:creationId xmlns:a16="http://schemas.microsoft.com/office/drawing/2014/main" id="{E6ED6B29-D765-4E48-94F6-06C0D41FC2B2}"/>
              </a:ext>
            </a:extLst>
          </p:cNvPr>
          <p:cNvSpPr>
            <a:spLocks noGrp="1"/>
          </p:cNvSpPr>
          <p:nvPr>
            <p:ph idx="1"/>
          </p:nvPr>
        </p:nvSpPr>
        <p:spPr/>
        <p:txBody>
          <a:bodyPr>
            <a:normAutofit/>
          </a:bodyPr>
          <a:lstStyle/>
          <a:p>
            <a:pPr marL="0" indent="0">
              <a:buNone/>
            </a:pPr>
            <a:r>
              <a:rPr lang="en-US" b="1" dirty="0"/>
              <a:t>Past medical history:</a:t>
            </a:r>
          </a:p>
          <a:p>
            <a:pPr>
              <a:buFontTx/>
              <a:buChar char="-"/>
            </a:pPr>
            <a:r>
              <a:rPr lang="en-US" dirty="0"/>
              <a:t>Cerebrovascular accidents with residual aphasia and right sided weakness</a:t>
            </a:r>
          </a:p>
          <a:p>
            <a:pPr>
              <a:buFontTx/>
              <a:buChar char="-"/>
            </a:pPr>
            <a:r>
              <a:rPr lang="en-US" dirty="0"/>
              <a:t>Carotid artery stenosis, status post stenting</a:t>
            </a:r>
          </a:p>
          <a:p>
            <a:pPr>
              <a:buFontTx/>
              <a:buChar char="-"/>
            </a:pPr>
            <a:r>
              <a:rPr lang="en-US" dirty="0"/>
              <a:t>Multiple GI bleeds secondary to arteriovenous malformations</a:t>
            </a:r>
          </a:p>
          <a:p>
            <a:pPr lvl="1">
              <a:buFontTx/>
              <a:buChar char="-"/>
            </a:pPr>
            <a:r>
              <a:rPr lang="en-US" dirty="0"/>
              <a:t>History of multiple clipping and cauterization</a:t>
            </a:r>
          </a:p>
          <a:p>
            <a:pPr>
              <a:buFontTx/>
              <a:buChar char="-"/>
            </a:pPr>
            <a:r>
              <a:rPr lang="en-US" dirty="0"/>
              <a:t>Hypertension</a:t>
            </a:r>
          </a:p>
          <a:p>
            <a:pPr>
              <a:buFontTx/>
              <a:buChar char="-"/>
            </a:pPr>
            <a:r>
              <a:rPr lang="en-US" dirty="0"/>
              <a:t>Hyperlipidemia</a:t>
            </a:r>
          </a:p>
          <a:p>
            <a:pPr>
              <a:buFontTx/>
              <a:buChar char="-"/>
            </a:pPr>
            <a:r>
              <a:rPr lang="en-US" dirty="0"/>
              <a:t>Chronic obstructive pulmonary disease</a:t>
            </a:r>
          </a:p>
        </p:txBody>
      </p:sp>
    </p:spTree>
    <p:extLst>
      <p:ext uri="{BB962C8B-B14F-4D97-AF65-F5344CB8AC3E}">
        <p14:creationId xmlns:p14="http://schemas.microsoft.com/office/powerpoint/2010/main" val="2914632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0DD4-CC92-4AB3-B7E9-822AE225105B}"/>
              </a:ext>
            </a:extLst>
          </p:cNvPr>
          <p:cNvSpPr>
            <a:spLocks noGrp="1"/>
          </p:cNvSpPr>
          <p:nvPr>
            <p:ph type="title"/>
          </p:nvPr>
        </p:nvSpPr>
        <p:spPr/>
        <p:txBody>
          <a:bodyPr/>
          <a:lstStyle/>
          <a:p>
            <a:r>
              <a:rPr lang="en-US" dirty="0"/>
              <a:t>Case presentation</a:t>
            </a:r>
          </a:p>
        </p:txBody>
      </p:sp>
      <p:sp>
        <p:nvSpPr>
          <p:cNvPr id="3" name="Content Placeholder 2">
            <a:extLst>
              <a:ext uri="{FF2B5EF4-FFF2-40B4-BE49-F238E27FC236}">
                <a16:creationId xmlns:a16="http://schemas.microsoft.com/office/drawing/2014/main" id="{E6ED6B29-D765-4E48-94F6-06C0D41FC2B2}"/>
              </a:ext>
            </a:extLst>
          </p:cNvPr>
          <p:cNvSpPr>
            <a:spLocks noGrp="1"/>
          </p:cNvSpPr>
          <p:nvPr>
            <p:ph idx="1"/>
          </p:nvPr>
        </p:nvSpPr>
        <p:spPr/>
        <p:txBody>
          <a:bodyPr>
            <a:normAutofit lnSpcReduction="10000"/>
          </a:bodyPr>
          <a:lstStyle/>
          <a:p>
            <a:pPr marL="0" indent="0">
              <a:buNone/>
            </a:pPr>
            <a:r>
              <a:rPr lang="en-US" b="1" dirty="0"/>
              <a:t>Home medications:</a:t>
            </a:r>
          </a:p>
          <a:p>
            <a:pPr>
              <a:buFontTx/>
              <a:buChar char="-"/>
            </a:pPr>
            <a:r>
              <a:rPr lang="en-US" dirty="0"/>
              <a:t>Aspirin 81 mg daily</a:t>
            </a:r>
          </a:p>
          <a:p>
            <a:pPr>
              <a:buFontTx/>
              <a:buChar char="-"/>
            </a:pPr>
            <a:r>
              <a:rPr lang="en-US" dirty="0"/>
              <a:t>Atorvastatin 80 mg daily</a:t>
            </a:r>
          </a:p>
          <a:p>
            <a:pPr>
              <a:buFontTx/>
              <a:buChar char="-"/>
            </a:pPr>
            <a:r>
              <a:rPr lang="en-US" dirty="0"/>
              <a:t>Lisinopril 5 mg daily</a:t>
            </a:r>
          </a:p>
          <a:p>
            <a:pPr>
              <a:buFontTx/>
              <a:buChar char="-"/>
            </a:pPr>
            <a:r>
              <a:rPr lang="en-US" dirty="0"/>
              <a:t>Pantoprazole 40 mg BID</a:t>
            </a:r>
          </a:p>
          <a:p>
            <a:pPr>
              <a:buFontTx/>
              <a:buChar char="-"/>
            </a:pPr>
            <a:r>
              <a:rPr lang="en-US" dirty="0"/>
              <a:t>Alprazolam 0.5 mg TID as needed</a:t>
            </a:r>
          </a:p>
          <a:p>
            <a:pPr>
              <a:buFontTx/>
              <a:buChar char="-"/>
            </a:pPr>
            <a:r>
              <a:rPr lang="en-US" dirty="0"/>
              <a:t>Citalopram 20 mg daily</a:t>
            </a:r>
          </a:p>
          <a:p>
            <a:pPr>
              <a:buFontTx/>
              <a:buChar char="-"/>
            </a:pPr>
            <a:r>
              <a:rPr lang="en-US" dirty="0"/>
              <a:t>Loratadine 10 mg daily</a:t>
            </a:r>
          </a:p>
          <a:p>
            <a:pPr>
              <a:buFontTx/>
              <a:buChar char="-"/>
            </a:pPr>
            <a:r>
              <a:rPr lang="en-US" dirty="0"/>
              <a:t>Albuterol inhaler 2 puffs as needed</a:t>
            </a:r>
          </a:p>
        </p:txBody>
      </p:sp>
    </p:spTree>
    <p:extLst>
      <p:ext uri="{BB962C8B-B14F-4D97-AF65-F5344CB8AC3E}">
        <p14:creationId xmlns:p14="http://schemas.microsoft.com/office/powerpoint/2010/main" val="1320416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0DD4-CC92-4AB3-B7E9-822AE225105B}"/>
              </a:ext>
            </a:extLst>
          </p:cNvPr>
          <p:cNvSpPr>
            <a:spLocks noGrp="1"/>
          </p:cNvSpPr>
          <p:nvPr>
            <p:ph type="title"/>
          </p:nvPr>
        </p:nvSpPr>
        <p:spPr/>
        <p:txBody>
          <a:bodyPr/>
          <a:lstStyle/>
          <a:p>
            <a:r>
              <a:rPr lang="en-US" dirty="0"/>
              <a:t>Case presentation</a:t>
            </a:r>
          </a:p>
        </p:txBody>
      </p:sp>
      <p:sp>
        <p:nvSpPr>
          <p:cNvPr id="3" name="Content Placeholder 2">
            <a:extLst>
              <a:ext uri="{FF2B5EF4-FFF2-40B4-BE49-F238E27FC236}">
                <a16:creationId xmlns:a16="http://schemas.microsoft.com/office/drawing/2014/main" id="{E6ED6B29-D765-4E48-94F6-06C0D41FC2B2}"/>
              </a:ext>
            </a:extLst>
          </p:cNvPr>
          <p:cNvSpPr>
            <a:spLocks noGrp="1"/>
          </p:cNvSpPr>
          <p:nvPr>
            <p:ph idx="1"/>
          </p:nvPr>
        </p:nvSpPr>
        <p:spPr/>
        <p:txBody>
          <a:bodyPr>
            <a:normAutofit/>
          </a:bodyPr>
          <a:lstStyle/>
          <a:p>
            <a:pPr marL="0" indent="0">
              <a:buNone/>
            </a:pPr>
            <a:r>
              <a:rPr lang="en-US" b="1" dirty="0"/>
              <a:t>Family history: </a:t>
            </a:r>
            <a:r>
              <a:rPr lang="en-US" dirty="0"/>
              <a:t>Her mother had diabetes, and cancer of unknown type. Father had heart disease.</a:t>
            </a:r>
          </a:p>
          <a:p>
            <a:pPr marL="0" indent="0">
              <a:buNone/>
            </a:pPr>
            <a:endParaRPr lang="en-US" dirty="0"/>
          </a:p>
          <a:p>
            <a:pPr marL="0" indent="0">
              <a:buNone/>
            </a:pPr>
            <a:r>
              <a:rPr lang="en-US" b="1" dirty="0"/>
              <a:t>Social history: </a:t>
            </a:r>
            <a:r>
              <a:rPr lang="en-US" dirty="0"/>
              <a:t>Former smoker, 40 pack-year history. No alcohol or illicit drug use.</a:t>
            </a:r>
          </a:p>
        </p:txBody>
      </p:sp>
    </p:spTree>
    <p:extLst>
      <p:ext uri="{BB962C8B-B14F-4D97-AF65-F5344CB8AC3E}">
        <p14:creationId xmlns:p14="http://schemas.microsoft.com/office/powerpoint/2010/main" val="977240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B5E6-9875-4799-A955-95BDDAFD6960}"/>
              </a:ext>
            </a:extLst>
          </p:cNvPr>
          <p:cNvSpPr>
            <a:spLocks noGrp="1"/>
          </p:cNvSpPr>
          <p:nvPr>
            <p:ph type="title"/>
          </p:nvPr>
        </p:nvSpPr>
        <p:spPr/>
        <p:txBody>
          <a:bodyPr/>
          <a:lstStyle/>
          <a:p>
            <a:r>
              <a:rPr lang="en-US" dirty="0"/>
              <a:t>Physical exam</a:t>
            </a:r>
          </a:p>
        </p:txBody>
      </p:sp>
      <p:sp>
        <p:nvSpPr>
          <p:cNvPr id="3" name="Content Placeholder 2">
            <a:extLst>
              <a:ext uri="{FF2B5EF4-FFF2-40B4-BE49-F238E27FC236}">
                <a16:creationId xmlns:a16="http://schemas.microsoft.com/office/drawing/2014/main" id="{129F5C15-A458-4C00-B0D1-7628ADB08C67}"/>
              </a:ext>
            </a:extLst>
          </p:cNvPr>
          <p:cNvSpPr>
            <a:spLocks noGrp="1"/>
          </p:cNvSpPr>
          <p:nvPr>
            <p:ph idx="1"/>
          </p:nvPr>
        </p:nvSpPr>
        <p:spPr/>
        <p:txBody>
          <a:bodyPr>
            <a:normAutofit fontScale="77500" lnSpcReduction="20000"/>
          </a:bodyPr>
          <a:lstStyle/>
          <a:p>
            <a:pPr marL="0" indent="0">
              <a:buNone/>
            </a:pPr>
            <a:r>
              <a:rPr lang="en-US" dirty="0"/>
              <a:t>Vitals: 36.6C, HR 94 bpm, RR 19, BP 95/62 mmHg, O2sat 95</a:t>
            </a:r>
          </a:p>
          <a:p>
            <a:pPr marL="0" indent="0">
              <a:buNone/>
            </a:pPr>
            <a:endParaRPr lang="en-US" dirty="0"/>
          </a:p>
          <a:p>
            <a:pPr marL="0" indent="0">
              <a:buNone/>
            </a:pPr>
            <a:r>
              <a:rPr lang="en-US" dirty="0"/>
              <a:t>General: </a:t>
            </a:r>
            <a:r>
              <a:rPr lang="en-US" b="1" dirty="0"/>
              <a:t>Septic appearing patient </a:t>
            </a:r>
            <a:r>
              <a:rPr lang="en-US" dirty="0"/>
              <a:t>examined while lying in bed</a:t>
            </a:r>
          </a:p>
          <a:p>
            <a:pPr marL="0" indent="0">
              <a:buNone/>
            </a:pPr>
            <a:r>
              <a:rPr lang="en-US" dirty="0"/>
              <a:t>HEENT: Atraumatic, normocephalic, sclera clear </a:t>
            </a:r>
            <a:r>
              <a:rPr lang="en-US" dirty="0" err="1"/>
              <a:t>nonicteric</a:t>
            </a:r>
            <a:r>
              <a:rPr lang="en-US" dirty="0"/>
              <a:t> membranes moist neck supple</a:t>
            </a:r>
          </a:p>
          <a:p>
            <a:pPr marL="0" indent="0">
              <a:buNone/>
            </a:pPr>
            <a:r>
              <a:rPr lang="en-US" dirty="0"/>
              <a:t>Cardiovascular: S1-S2 regular rate and rhythm, </a:t>
            </a:r>
            <a:r>
              <a:rPr lang="en-US" b="1" dirty="0"/>
              <a:t>tachycardic</a:t>
            </a:r>
          </a:p>
          <a:p>
            <a:pPr marL="0" indent="0">
              <a:buNone/>
            </a:pPr>
            <a:r>
              <a:rPr lang="en-US" dirty="0"/>
              <a:t>Pulmonary: </a:t>
            </a:r>
            <a:r>
              <a:rPr lang="en-US" b="1" dirty="0"/>
              <a:t>Scattered rhonchi</a:t>
            </a:r>
            <a:r>
              <a:rPr lang="en-US" dirty="0"/>
              <a:t>, </a:t>
            </a:r>
            <a:r>
              <a:rPr lang="en-US" b="1" dirty="0"/>
              <a:t>tachypneic</a:t>
            </a:r>
          </a:p>
          <a:p>
            <a:pPr marL="0" indent="0">
              <a:buNone/>
            </a:pPr>
            <a:r>
              <a:rPr lang="en-US" dirty="0"/>
              <a:t>Gastrointestinal: </a:t>
            </a:r>
            <a:r>
              <a:rPr lang="en-US" b="1" dirty="0"/>
              <a:t>Abdomen firm, left lower quadrant tenderness bowel sounds absent</a:t>
            </a:r>
          </a:p>
          <a:p>
            <a:pPr marL="0" indent="0">
              <a:buNone/>
            </a:pPr>
            <a:r>
              <a:rPr lang="en-US" dirty="0"/>
              <a:t>GU: No CVA tenderness</a:t>
            </a:r>
          </a:p>
          <a:p>
            <a:pPr marL="0" indent="0">
              <a:buNone/>
            </a:pPr>
            <a:r>
              <a:rPr lang="en-US" dirty="0"/>
              <a:t>Peripheral vascular: Radial, posterior tibialis and dorsalis pedis pulses present bilaterally, no edema noted</a:t>
            </a:r>
          </a:p>
          <a:p>
            <a:pPr marL="0" indent="0">
              <a:buNone/>
            </a:pPr>
            <a:r>
              <a:rPr lang="en-US" dirty="0"/>
              <a:t>Musculoskeletal: Patient moves all extremities on the bed</a:t>
            </a:r>
          </a:p>
          <a:p>
            <a:pPr marL="0" indent="0">
              <a:buNone/>
            </a:pPr>
            <a:r>
              <a:rPr lang="en-US" dirty="0"/>
              <a:t>Neuro</a:t>
            </a:r>
            <a:r>
              <a:rPr lang="en-US" b="1" dirty="0"/>
              <a:t>: Unable to participate in cranial nerve exam due to somnolence</a:t>
            </a:r>
          </a:p>
        </p:txBody>
      </p:sp>
    </p:spTree>
    <p:extLst>
      <p:ext uri="{BB962C8B-B14F-4D97-AF65-F5344CB8AC3E}">
        <p14:creationId xmlns:p14="http://schemas.microsoft.com/office/powerpoint/2010/main" val="2074435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lstStyle/>
          <a:p>
            <a:pPr algn="ctr"/>
            <a:r>
              <a:rPr lang="en-US" dirty="0"/>
              <a:t>What’s your next step?</a:t>
            </a:r>
          </a:p>
        </p:txBody>
      </p:sp>
    </p:spTree>
    <p:extLst>
      <p:ext uri="{BB962C8B-B14F-4D97-AF65-F5344CB8AC3E}">
        <p14:creationId xmlns:p14="http://schemas.microsoft.com/office/powerpoint/2010/main" val="163475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C5E86E-D7BC-4252-9196-0DB04544A671}"/>
              </a:ext>
            </a:extLst>
          </p:cNvPr>
          <p:cNvPicPr>
            <a:picLocks noChangeAspect="1"/>
          </p:cNvPicPr>
          <p:nvPr/>
        </p:nvPicPr>
        <p:blipFill rotWithShape="1">
          <a:blip r:embed="rId2"/>
          <a:srcRect l="5643" t="13333" r="3215" b="9715"/>
          <a:stretch/>
        </p:blipFill>
        <p:spPr>
          <a:xfrm>
            <a:off x="26127" y="666206"/>
            <a:ext cx="12157338" cy="5773782"/>
          </a:xfrm>
          <a:prstGeom prst="rect">
            <a:avLst/>
          </a:prstGeom>
        </p:spPr>
      </p:pic>
    </p:spTree>
    <p:extLst>
      <p:ext uri="{BB962C8B-B14F-4D97-AF65-F5344CB8AC3E}">
        <p14:creationId xmlns:p14="http://schemas.microsoft.com/office/powerpoint/2010/main" val="831916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lstStyle/>
          <a:p>
            <a:pPr algn="ctr"/>
            <a:r>
              <a:rPr lang="en-US" dirty="0">
                <a:solidFill>
                  <a:schemeClr val="bg1"/>
                </a:solidFill>
              </a:rPr>
              <a:t>CT Abdomen/Pelvis without IV contrast</a:t>
            </a:r>
          </a:p>
        </p:txBody>
      </p:sp>
    </p:spTree>
    <p:extLst>
      <p:ext uri="{BB962C8B-B14F-4D97-AF65-F5344CB8AC3E}">
        <p14:creationId xmlns:p14="http://schemas.microsoft.com/office/powerpoint/2010/main" val="3724674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87590C-7E45-4E17-BDE4-07F2FE8631C8}"/>
              </a:ext>
            </a:extLst>
          </p:cNvPr>
          <p:cNvPicPr>
            <a:picLocks noChangeAspect="1"/>
          </p:cNvPicPr>
          <p:nvPr/>
        </p:nvPicPr>
        <p:blipFill>
          <a:blip r:embed="rId2"/>
          <a:stretch>
            <a:fillRect/>
          </a:stretch>
        </p:blipFill>
        <p:spPr>
          <a:xfrm>
            <a:off x="469602" y="-2804160"/>
            <a:ext cx="11252796" cy="10373360"/>
          </a:xfrm>
          <a:prstGeom prst="rect">
            <a:avLst/>
          </a:prstGeom>
        </p:spPr>
      </p:pic>
      <p:pic>
        <p:nvPicPr>
          <p:cNvPr id="7" name="Picture 6">
            <a:extLst>
              <a:ext uri="{FF2B5EF4-FFF2-40B4-BE49-F238E27FC236}">
                <a16:creationId xmlns:a16="http://schemas.microsoft.com/office/drawing/2014/main" id="{F8BABD45-BA71-4222-AE5A-495D5A38412F}"/>
              </a:ext>
            </a:extLst>
          </p:cNvPr>
          <p:cNvPicPr>
            <a:picLocks noChangeAspect="1"/>
          </p:cNvPicPr>
          <p:nvPr/>
        </p:nvPicPr>
        <p:blipFill>
          <a:blip r:embed="rId3"/>
          <a:stretch>
            <a:fillRect/>
          </a:stretch>
        </p:blipFill>
        <p:spPr>
          <a:xfrm>
            <a:off x="469602" y="-2804160"/>
            <a:ext cx="11252796" cy="10373360"/>
          </a:xfrm>
          <a:prstGeom prst="rect">
            <a:avLst/>
          </a:prstGeom>
        </p:spPr>
      </p:pic>
      <p:pic>
        <p:nvPicPr>
          <p:cNvPr id="8" name="Picture 7">
            <a:extLst>
              <a:ext uri="{FF2B5EF4-FFF2-40B4-BE49-F238E27FC236}">
                <a16:creationId xmlns:a16="http://schemas.microsoft.com/office/drawing/2014/main" id="{34F48C4B-0CA9-4848-B5EF-E337CDC10DC4}"/>
              </a:ext>
            </a:extLst>
          </p:cNvPr>
          <p:cNvPicPr>
            <a:picLocks noChangeAspect="1"/>
          </p:cNvPicPr>
          <p:nvPr/>
        </p:nvPicPr>
        <p:blipFill>
          <a:blip r:embed="rId4"/>
          <a:stretch>
            <a:fillRect/>
          </a:stretch>
        </p:blipFill>
        <p:spPr>
          <a:xfrm>
            <a:off x="469602" y="-2804160"/>
            <a:ext cx="11252796" cy="10373360"/>
          </a:xfrm>
          <a:prstGeom prst="rect">
            <a:avLst/>
          </a:prstGeom>
        </p:spPr>
      </p:pic>
      <p:pic>
        <p:nvPicPr>
          <p:cNvPr id="9" name="Picture 8">
            <a:extLst>
              <a:ext uri="{FF2B5EF4-FFF2-40B4-BE49-F238E27FC236}">
                <a16:creationId xmlns:a16="http://schemas.microsoft.com/office/drawing/2014/main" id="{8A751A42-255A-4440-B52A-06E284D31DF4}"/>
              </a:ext>
            </a:extLst>
          </p:cNvPr>
          <p:cNvPicPr>
            <a:picLocks noChangeAspect="1"/>
          </p:cNvPicPr>
          <p:nvPr/>
        </p:nvPicPr>
        <p:blipFill>
          <a:blip r:embed="rId5"/>
          <a:stretch>
            <a:fillRect/>
          </a:stretch>
        </p:blipFill>
        <p:spPr>
          <a:xfrm>
            <a:off x="469602" y="-2804160"/>
            <a:ext cx="11252796" cy="10373360"/>
          </a:xfrm>
          <a:prstGeom prst="rect">
            <a:avLst/>
          </a:prstGeom>
        </p:spPr>
      </p:pic>
      <p:pic>
        <p:nvPicPr>
          <p:cNvPr id="10" name="Picture 9">
            <a:extLst>
              <a:ext uri="{FF2B5EF4-FFF2-40B4-BE49-F238E27FC236}">
                <a16:creationId xmlns:a16="http://schemas.microsoft.com/office/drawing/2014/main" id="{33EB0381-8566-4AFE-8632-E0DDAA8DE307}"/>
              </a:ext>
            </a:extLst>
          </p:cNvPr>
          <p:cNvPicPr>
            <a:picLocks noChangeAspect="1"/>
          </p:cNvPicPr>
          <p:nvPr/>
        </p:nvPicPr>
        <p:blipFill>
          <a:blip r:embed="rId6"/>
          <a:stretch>
            <a:fillRect/>
          </a:stretch>
        </p:blipFill>
        <p:spPr>
          <a:xfrm>
            <a:off x="469602" y="-2804160"/>
            <a:ext cx="11252796" cy="10373360"/>
          </a:xfrm>
          <a:prstGeom prst="rect">
            <a:avLst/>
          </a:prstGeom>
        </p:spPr>
      </p:pic>
      <p:pic>
        <p:nvPicPr>
          <p:cNvPr id="11" name="Picture 10">
            <a:extLst>
              <a:ext uri="{FF2B5EF4-FFF2-40B4-BE49-F238E27FC236}">
                <a16:creationId xmlns:a16="http://schemas.microsoft.com/office/drawing/2014/main" id="{9086F0B3-AE76-45BD-A742-3F7CCD56034F}"/>
              </a:ext>
            </a:extLst>
          </p:cNvPr>
          <p:cNvPicPr>
            <a:picLocks noChangeAspect="1"/>
          </p:cNvPicPr>
          <p:nvPr/>
        </p:nvPicPr>
        <p:blipFill>
          <a:blip r:embed="rId7"/>
          <a:stretch>
            <a:fillRect/>
          </a:stretch>
        </p:blipFill>
        <p:spPr>
          <a:xfrm>
            <a:off x="469602" y="-2804160"/>
            <a:ext cx="11252796" cy="10373360"/>
          </a:xfrm>
          <a:prstGeom prst="rect">
            <a:avLst/>
          </a:prstGeom>
        </p:spPr>
      </p:pic>
      <p:pic>
        <p:nvPicPr>
          <p:cNvPr id="12" name="Picture 11">
            <a:extLst>
              <a:ext uri="{FF2B5EF4-FFF2-40B4-BE49-F238E27FC236}">
                <a16:creationId xmlns:a16="http://schemas.microsoft.com/office/drawing/2014/main" id="{876FB435-08E5-46EA-8A95-FDAA9947B601}"/>
              </a:ext>
            </a:extLst>
          </p:cNvPr>
          <p:cNvPicPr>
            <a:picLocks noChangeAspect="1"/>
          </p:cNvPicPr>
          <p:nvPr/>
        </p:nvPicPr>
        <p:blipFill>
          <a:blip r:embed="rId8"/>
          <a:stretch>
            <a:fillRect/>
          </a:stretch>
        </p:blipFill>
        <p:spPr>
          <a:xfrm>
            <a:off x="469602" y="-2804160"/>
            <a:ext cx="11252796" cy="10373360"/>
          </a:xfrm>
          <a:prstGeom prst="rect">
            <a:avLst/>
          </a:prstGeom>
        </p:spPr>
      </p:pic>
      <p:pic>
        <p:nvPicPr>
          <p:cNvPr id="13" name="Picture 12">
            <a:extLst>
              <a:ext uri="{FF2B5EF4-FFF2-40B4-BE49-F238E27FC236}">
                <a16:creationId xmlns:a16="http://schemas.microsoft.com/office/drawing/2014/main" id="{E9DFF67C-5848-456D-B50A-834043C8CE1C}"/>
              </a:ext>
            </a:extLst>
          </p:cNvPr>
          <p:cNvPicPr>
            <a:picLocks noChangeAspect="1"/>
          </p:cNvPicPr>
          <p:nvPr/>
        </p:nvPicPr>
        <p:blipFill>
          <a:blip r:embed="rId9"/>
          <a:stretch>
            <a:fillRect/>
          </a:stretch>
        </p:blipFill>
        <p:spPr>
          <a:xfrm>
            <a:off x="469602" y="-2804160"/>
            <a:ext cx="11252796" cy="10373360"/>
          </a:xfrm>
          <a:prstGeom prst="rect">
            <a:avLst/>
          </a:prstGeom>
        </p:spPr>
      </p:pic>
      <p:pic>
        <p:nvPicPr>
          <p:cNvPr id="14" name="Picture 13">
            <a:extLst>
              <a:ext uri="{FF2B5EF4-FFF2-40B4-BE49-F238E27FC236}">
                <a16:creationId xmlns:a16="http://schemas.microsoft.com/office/drawing/2014/main" id="{EEAFF489-3E20-4074-98F4-9ABA89F983CC}"/>
              </a:ext>
            </a:extLst>
          </p:cNvPr>
          <p:cNvPicPr>
            <a:picLocks noChangeAspect="1"/>
          </p:cNvPicPr>
          <p:nvPr/>
        </p:nvPicPr>
        <p:blipFill>
          <a:blip r:embed="rId10"/>
          <a:stretch>
            <a:fillRect/>
          </a:stretch>
        </p:blipFill>
        <p:spPr>
          <a:xfrm>
            <a:off x="469602" y="-2804160"/>
            <a:ext cx="11252796" cy="10373360"/>
          </a:xfrm>
          <a:prstGeom prst="rect">
            <a:avLst/>
          </a:prstGeom>
        </p:spPr>
      </p:pic>
      <p:pic>
        <p:nvPicPr>
          <p:cNvPr id="15" name="Picture 14">
            <a:extLst>
              <a:ext uri="{FF2B5EF4-FFF2-40B4-BE49-F238E27FC236}">
                <a16:creationId xmlns:a16="http://schemas.microsoft.com/office/drawing/2014/main" id="{23FC443B-9746-46F6-AE7C-0D773F2C5EA6}"/>
              </a:ext>
            </a:extLst>
          </p:cNvPr>
          <p:cNvPicPr>
            <a:picLocks noChangeAspect="1"/>
          </p:cNvPicPr>
          <p:nvPr/>
        </p:nvPicPr>
        <p:blipFill>
          <a:blip r:embed="rId11"/>
          <a:stretch>
            <a:fillRect/>
          </a:stretch>
        </p:blipFill>
        <p:spPr>
          <a:xfrm>
            <a:off x="469602" y="-2804160"/>
            <a:ext cx="11252796" cy="10373360"/>
          </a:xfrm>
          <a:prstGeom prst="rect">
            <a:avLst/>
          </a:prstGeom>
        </p:spPr>
      </p:pic>
      <p:pic>
        <p:nvPicPr>
          <p:cNvPr id="16" name="Picture 15">
            <a:extLst>
              <a:ext uri="{FF2B5EF4-FFF2-40B4-BE49-F238E27FC236}">
                <a16:creationId xmlns:a16="http://schemas.microsoft.com/office/drawing/2014/main" id="{C8CF8D11-B4F1-47CF-813F-02A0A9F02BC8}"/>
              </a:ext>
            </a:extLst>
          </p:cNvPr>
          <p:cNvPicPr>
            <a:picLocks noChangeAspect="1"/>
          </p:cNvPicPr>
          <p:nvPr/>
        </p:nvPicPr>
        <p:blipFill>
          <a:blip r:embed="rId12"/>
          <a:stretch>
            <a:fillRect/>
          </a:stretch>
        </p:blipFill>
        <p:spPr>
          <a:xfrm>
            <a:off x="469602" y="-2804160"/>
            <a:ext cx="11252796" cy="10373360"/>
          </a:xfrm>
          <a:prstGeom prst="rect">
            <a:avLst/>
          </a:prstGeom>
        </p:spPr>
      </p:pic>
      <p:pic>
        <p:nvPicPr>
          <p:cNvPr id="17" name="Picture 16">
            <a:extLst>
              <a:ext uri="{FF2B5EF4-FFF2-40B4-BE49-F238E27FC236}">
                <a16:creationId xmlns:a16="http://schemas.microsoft.com/office/drawing/2014/main" id="{711B9AE1-6BD1-4B36-A860-116A4380732C}"/>
              </a:ext>
            </a:extLst>
          </p:cNvPr>
          <p:cNvPicPr>
            <a:picLocks noChangeAspect="1"/>
          </p:cNvPicPr>
          <p:nvPr/>
        </p:nvPicPr>
        <p:blipFill>
          <a:blip r:embed="rId13"/>
          <a:stretch>
            <a:fillRect/>
          </a:stretch>
        </p:blipFill>
        <p:spPr>
          <a:xfrm>
            <a:off x="469602" y="-2804160"/>
            <a:ext cx="11252796" cy="10373360"/>
          </a:xfrm>
          <a:prstGeom prst="rect">
            <a:avLst/>
          </a:prstGeom>
        </p:spPr>
      </p:pic>
      <p:pic>
        <p:nvPicPr>
          <p:cNvPr id="18" name="Picture 17">
            <a:extLst>
              <a:ext uri="{FF2B5EF4-FFF2-40B4-BE49-F238E27FC236}">
                <a16:creationId xmlns:a16="http://schemas.microsoft.com/office/drawing/2014/main" id="{FCD049C6-E3CA-408E-92C5-F2ED283B8987}"/>
              </a:ext>
            </a:extLst>
          </p:cNvPr>
          <p:cNvPicPr>
            <a:picLocks noChangeAspect="1"/>
          </p:cNvPicPr>
          <p:nvPr/>
        </p:nvPicPr>
        <p:blipFill>
          <a:blip r:embed="rId14"/>
          <a:stretch>
            <a:fillRect/>
          </a:stretch>
        </p:blipFill>
        <p:spPr>
          <a:xfrm>
            <a:off x="469602" y="-2804160"/>
            <a:ext cx="11252796" cy="10373360"/>
          </a:xfrm>
          <a:prstGeom prst="rect">
            <a:avLst/>
          </a:prstGeom>
        </p:spPr>
      </p:pic>
      <p:pic>
        <p:nvPicPr>
          <p:cNvPr id="19" name="Picture 18">
            <a:extLst>
              <a:ext uri="{FF2B5EF4-FFF2-40B4-BE49-F238E27FC236}">
                <a16:creationId xmlns:a16="http://schemas.microsoft.com/office/drawing/2014/main" id="{0BA3BEFD-8E66-416B-B477-DFF20AA8E806}"/>
              </a:ext>
            </a:extLst>
          </p:cNvPr>
          <p:cNvPicPr>
            <a:picLocks noChangeAspect="1"/>
          </p:cNvPicPr>
          <p:nvPr/>
        </p:nvPicPr>
        <p:blipFill>
          <a:blip r:embed="rId15"/>
          <a:stretch>
            <a:fillRect/>
          </a:stretch>
        </p:blipFill>
        <p:spPr>
          <a:xfrm>
            <a:off x="469602" y="-2804160"/>
            <a:ext cx="11252796" cy="10373360"/>
          </a:xfrm>
          <a:prstGeom prst="rect">
            <a:avLst/>
          </a:prstGeom>
        </p:spPr>
      </p:pic>
      <p:pic>
        <p:nvPicPr>
          <p:cNvPr id="20" name="Picture 19">
            <a:extLst>
              <a:ext uri="{FF2B5EF4-FFF2-40B4-BE49-F238E27FC236}">
                <a16:creationId xmlns:a16="http://schemas.microsoft.com/office/drawing/2014/main" id="{9C920860-F7BA-48BC-ABBC-D3D2E8F217EB}"/>
              </a:ext>
            </a:extLst>
          </p:cNvPr>
          <p:cNvPicPr>
            <a:picLocks noChangeAspect="1"/>
          </p:cNvPicPr>
          <p:nvPr/>
        </p:nvPicPr>
        <p:blipFill>
          <a:blip r:embed="rId16"/>
          <a:stretch>
            <a:fillRect/>
          </a:stretch>
        </p:blipFill>
        <p:spPr>
          <a:xfrm>
            <a:off x="469602" y="-2804160"/>
            <a:ext cx="11252796" cy="10373360"/>
          </a:xfrm>
          <a:prstGeom prst="rect">
            <a:avLst/>
          </a:prstGeom>
        </p:spPr>
      </p:pic>
      <p:pic>
        <p:nvPicPr>
          <p:cNvPr id="21" name="Picture 20">
            <a:extLst>
              <a:ext uri="{FF2B5EF4-FFF2-40B4-BE49-F238E27FC236}">
                <a16:creationId xmlns:a16="http://schemas.microsoft.com/office/drawing/2014/main" id="{06CC1CCC-F7A8-4C6C-9D2B-AFBF8F7DD497}"/>
              </a:ext>
            </a:extLst>
          </p:cNvPr>
          <p:cNvPicPr>
            <a:picLocks noChangeAspect="1"/>
          </p:cNvPicPr>
          <p:nvPr/>
        </p:nvPicPr>
        <p:blipFill>
          <a:blip r:embed="rId17"/>
          <a:stretch>
            <a:fillRect/>
          </a:stretch>
        </p:blipFill>
        <p:spPr>
          <a:xfrm>
            <a:off x="469602" y="-2804160"/>
            <a:ext cx="11252796" cy="10373360"/>
          </a:xfrm>
          <a:prstGeom prst="rect">
            <a:avLst/>
          </a:prstGeom>
        </p:spPr>
      </p:pic>
      <p:pic>
        <p:nvPicPr>
          <p:cNvPr id="22" name="Picture 21">
            <a:extLst>
              <a:ext uri="{FF2B5EF4-FFF2-40B4-BE49-F238E27FC236}">
                <a16:creationId xmlns:a16="http://schemas.microsoft.com/office/drawing/2014/main" id="{5321C059-F011-48DE-B121-7648E31E4102}"/>
              </a:ext>
            </a:extLst>
          </p:cNvPr>
          <p:cNvPicPr>
            <a:picLocks noChangeAspect="1"/>
          </p:cNvPicPr>
          <p:nvPr/>
        </p:nvPicPr>
        <p:blipFill>
          <a:blip r:embed="rId18"/>
          <a:stretch>
            <a:fillRect/>
          </a:stretch>
        </p:blipFill>
        <p:spPr>
          <a:xfrm>
            <a:off x="469602" y="-2804160"/>
            <a:ext cx="11252796" cy="10373360"/>
          </a:xfrm>
          <a:prstGeom prst="rect">
            <a:avLst/>
          </a:prstGeom>
        </p:spPr>
      </p:pic>
      <p:pic>
        <p:nvPicPr>
          <p:cNvPr id="23" name="Picture 22">
            <a:extLst>
              <a:ext uri="{FF2B5EF4-FFF2-40B4-BE49-F238E27FC236}">
                <a16:creationId xmlns:a16="http://schemas.microsoft.com/office/drawing/2014/main" id="{2A902D90-BF52-44D4-BF66-2FBA1D3FEA28}"/>
              </a:ext>
            </a:extLst>
          </p:cNvPr>
          <p:cNvPicPr>
            <a:picLocks noChangeAspect="1"/>
          </p:cNvPicPr>
          <p:nvPr/>
        </p:nvPicPr>
        <p:blipFill>
          <a:blip r:embed="rId19"/>
          <a:stretch>
            <a:fillRect/>
          </a:stretch>
        </p:blipFill>
        <p:spPr>
          <a:xfrm>
            <a:off x="469602" y="-2804160"/>
            <a:ext cx="11252796" cy="10373360"/>
          </a:xfrm>
          <a:prstGeom prst="rect">
            <a:avLst/>
          </a:prstGeom>
        </p:spPr>
      </p:pic>
      <p:pic>
        <p:nvPicPr>
          <p:cNvPr id="24" name="Picture 23">
            <a:extLst>
              <a:ext uri="{FF2B5EF4-FFF2-40B4-BE49-F238E27FC236}">
                <a16:creationId xmlns:a16="http://schemas.microsoft.com/office/drawing/2014/main" id="{95023A97-A0F9-45B3-B35F-95FDB968DE46}"/>
              </a:ext>
            </a:extLst>
          </p:cNvPr>
          <p:cNvPicPr>
            <a:picLocks noChangeAspect="1"/>
          </p:cNvPicPr>
          <p:nvPr/>
        </p:nvPicPr>
        <p:blipFill>
          <a:blip r:embed="rId20"/>
          <a:stretch>
            <a:fillRect/>
          </a:stretch>
        </p:blipFill>
        <p:spPr>
          <a:xfrm>
            <a:off x="469602" y="-2804160"/>
            <a:ext cx="11252796" cy="10373360"/>
          </a:xfrm>
          <a:prstGeom prst="rect">
            <a:avLst/>
          </a:prstGeom>
        </p:spPr>
      </p:pic>
      <p:pic>
        <p:nvPicPr>
          <p:cNvPr id="25" name="Picture 24">
            <a:extLst>
              <a:ext uri="{FF2B5EF4-FFF2-40B4-BE49-F238E27FC236}">
                <a16:creationId xmlns:a16="http://schemas.microsoft.com/office/drawing/2014/main" id="{31345A95-3169-4F8C-88F2-0935DF9D03FB}"/>
              </a:ext>
            </a:extLst>
          </p:cNvPr>
          <p:cNvPicPr>
            <a:picLocks noChangeAspect="1"/>
          </p:cNvPicPr>
          <p:nvPr/>
        </p:nvPicPr>
        <p:blipFill>
          <a:blip r:embed="rId21"/>
          <a:stretch>
            <a:fillRect/>
          </a:stretch>
        </p:blipFill>
        <p:spPr>
          <a:xfrm>
            <a:off x="469602" y="-2804160"/>
            <a:ext cx="11252796" cy="10373360"/>
          </a:xfrm>
          <a:prstGeom prst="rect">
            <a:avLst/>
          </a:prstGeom>
        </p:spPr>
      </p:pic>
      <p:pic>
        <p:nvPicPr>
          <p:cNvPr id="26" name="Picture 25">
            <a:extLst>
              <a:ext uri="{FF2B5EF4-FFF2-40B4-BE49-F238E27FC236}">
                <a16:creationId xmlns:a16="http://schemas.microsoft.com/office/drawing/2014/main" id="{7A574731-A7C5-43DB-8B57-8B015CB08527}"/>
              </a:ext>
            </a:extLst>
          </p:cNvPr>
          <p:cNvPicPr>
            <a:picLocks noChangeAspect="1"/>
          </p:cNvPicPr>
          <p:nvPr/>
        </p:nvPicPr>
        <p:blipFill>
          <a:blip r:embed="rId22"/>
          <a:stretch>
            <a:fillRect/>
          </a:stretch>
        </p:blipFill>
        <p:spPr>
          <a:xfrm>
            <a:off x="469602" y="-2804160"/>
            <a:ext cx="11252796" cy="10373360"/>
          </a:xfrm>
          <a:prstGeom prst="rect">
            <a:avLst/>
          </a:prstGeom>
        </p:spPr>
      </p:pic>
      <p:pic>
        <p:nvPicPr>
          <p:cNvPr id="27" name="Picture 26">
            <a:extLst>
              <a:ext uri="{FF2B5EF4-FFF2-40B4-BE49-F238E27FC236}">
                <a16:creationId xmlns:a16="http://schemas.microsoft.com/office/drawing/2014/main" id="{BD1A92C2-E133-4E0A-ADAC-CF2B1397DEEE}"/>
              </a:ext>
            </a:extLst>
          </p:cNvPr>
          <p:cNvPicPr>
            <a:picLocks noChangeAspect="1"/>
          </p:cNvPicPr>
          <p:nvPr/>
        </p:nvPicPr>
        <p:blipFill>
          <a:blip r:embed="rId23"/>
          <a:stretch>
            <a:fillRect/>
          </a:stretch>
        </p:blipFill>
        <p:spPr>
          <a:xfrm>
            <a:off x="469602" y="-2804160"/>
            <a:ext cx="11252796" cy="10373360"/>
          </a:xfrm>
          <a:prstGeom prst="rect">
            <a:avLst/>
          </a:prstGeom>
        </p:spPr>
      </p:pic>
      <p:pic>
        <p:nvPicPr>
          <p:cNvPr id="28" name="Picture 27">
            <a:extLst>
              <a:ext uri="{FF2B5EF4-FFF2-40B4-BE49-F238E27FC236}">
                <a16:creationId xmlns:a16="http://schemas.microsoft.com/office/drawing/2014/main" id="{3B48585C-2FEF-48F6-938F-11569D4D5680}"/>
              </a:ext>
            </a:extLst>
          </p:cNvPr>
          <p:cNvPicPr>
            <a:picLocks noChangeAspect="1"/>
          </p:cNvPicPr>
          <p:nvPr/>
        </p:nvPicPr>
        <p:blipFill>
          <a:blip r:embed="rId24"/>
          <a:stretch>
            <a:fillRect/>
          </a:stretch>
        </p:blipFill>
        <p:spPr>
          <a:xfrm>
            <a:off x="469602" y="-2804160"/>
            <a:ext cx="11252796" cy="10373360"/>
          </a:xfrm>
          <a:prstGeom prst="rect">
            <a:avLst/>
          </a:prstGeom>
        </p:spPr>
      </p:pic>
      <p:pic>
        <p:nvPicPr>
          <p:cNvPr id="29" name="Picture 28">
            <a:extLst>
              <a:ext uri="{FF2B5EF4-FFF2-40B4-BE49-F238E27FC236}">
                <a16:creationId xmlns:a16="http://schemas.microsoft.com/office/drawing/2014/main" id="{5DBAD9E4-A139-4741-8378-9ADBA82D2447}"/>
              </a:ext>
            </a:extLst>
          </p:cNvPr>
          <p:cNvPicPr>
            <a:picLocks noChangeAspect="1"/>
          </p:cNvPicPr>
          <p:nvPr/>
        </p:nvPicPr>
        <p:blipFill>
          <a:blip r:embed="rId25"/>
          <a:stretch>
            <a:fillRect/>
          </a:stretch>
        </p:blipFill>
        <p:spPr>
          <a:xfrm>
            <a:off x="469602" y="-2804160"/>
            <a:ext cx="11252796" cy="10373360"/>
          </a:xfrm>
          <a:prstGeom prst="rect">
            <a:avLst/>
          </a:prstGeom>
        </p:spPr>
      </p:pic>
      <p:pic>
        <p:nvPicPr>
          <p:cNvPr id="30" name="Picture 29">
            <a:extLst>
              <a:ext uri="{FF2B5EF4-FFF2-40B4-BE49-F238E27FC236}">
                <a16:creationId xmlns:a16="http://schemas.microsoft.com/office/drawing/2014/main" id="{BD89704F-A095-4765-93DA-0BA31BCBA6D3}"/>
              </a:ext>
            </a:extLst>
          </p:cNvPr>
          <p:cNvPicPr>
            <a:picLocks noChangeAspect="1"/>
          </p:cNvPicPr>
          <p:nvPr/>
        </p:nvPicPr>
        <p:blipFill>
          <a:blip r:embed="rId26"/>
          <a:stretch>
            <a:fillRect/>
          </a:stretch>
        </p:blipFill>
        <p:spPr>
          <a:xfrm>
            <a:off x="469602" y="-2804160"/>
            <a:ext cx="11252796" cy="10373360"/>
          </a:xfrm>
          <a:prstGeom prst="rect">
            <a:avLst/>
          </a:prstGeom>
        </p:spPr>
      </p:pic>
    </p:spTree>
    <p:extLst>
      <p:ext uri="{BB962C8B-B14F-4D97-AF65-F5344CB8AC3E}">
        <p14:creationId xmlns:p14="http://schemas.microsoft.com/office/powerpoint/2010/main" val="283485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27949"/>
            <a:ext cx="10515600" cy="1325563"/>
          </a:xfrm>
        </p:spPr>
        <p:txBody>
          <a:bodyPr/>
          <a:lstStyle/>
          <a:p>
            <a:pPr algn="ctr"/>
            <a:r>
              <a:rPr lang="en-US" dirty="0"/>
              <a:t>Laboratory investigations</a:t>
            </a:r>
          </a:p>
        </p:txBody>
      </p:sp>
      <p:pic>
        <p:nvPicPr>
          <p:cNvPr id="4" name="Picture 3">
            <a:extLst>
              <a:ext uri="{FF2B5EF4-FFF2-40B4-BE49-F238E27FC236}">
                <a16:creationId xmlns:a16="http://schemas.microsoft.com/office/drawing/2014/main" id="{BF2ED32A-7355-F943-89A5-74272B867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2276" y="1729202"/>
            <a:ext cx="9647448" cy="4448908"/>
          </a:xfrm>
          <a:prstGeom prst="rect">
            <a:avLst/>
          </a:prstGeom>
        </p:spPr>
      </p:pic>
    </p:spTree>
    <p:extLst>
      <p:ext uri="{BB962C8B-B14F-4D97-AF65-F5344CB8AC3E}">
        <p14:creationId xmlns:p14="http://schemas.microsoft.com/office/powerpoint/2010/main" val="337961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88D74-90E4-45AE-BC0E-A90081CB9E2C}"/>
              </a:ext>
            </a:extLst>
          </p:cNvPr>
          <p:cNvSpPr>
            <a:spLocks noGrp="1"/>
          </p:cNvSpPr>
          <p:nvPr>
            <p:ph type="title"/>
          </p:nvPr>
        </p:nvSpPr>
        <p:spPr/>
        <p:txBody>
          <a:bodyPr/>
          <a:lstStyle/>
          <a:p>
            <a:r>
              <a:rPr lang="en-US" dirty="0"/>
              <a:t>Laboratory investigations</a:t>
            </a:r>
          </a:p>
        </p:txBody>
      </p:sp>
      <p:sp>
        <p:nvSpPr>
          <p:cNvPr id="3" name="Content Placeholder 2">
            <a:extLst>
              <a:ext uri="{FF2B5EF4-FFF2-40B4-BE49-F238E27FC236}">
                <a16:creationId xmlns:a16="http://schemas.microsoft.com/office/drawing/2014/main" id="{155A7A52-8D90-4DA5-BAAE-82FFB0098BA6}"/>
              </a:ext>
            </a:extLst>
          </p:cNvPr>
          <p:cNvSpPr>
            <a:spLocks noGrp="1"/>
          </p:cNvSpPr>
          <p:nvPr>
            <p:ph idx="1"/>
          </p:nvPr>
        </p:nvSpPr>
        <p:spPr>
          <a:xfrm>
            <a:off x="838200" y="1825625"/>
            <a:ext cx="3185160" cy="4351338"/>
          </a:xfrm>
        </p:spPr>
        <p:txBody>
          <a:bodyPr>
            <a:normAutofit fontScale="92500" lnSpcReduction="20000"/>
          </a:bodyPr>
          <a:lstStyle/>
          <a:p>
            <a:pPr marL="0" indent="0">
              <a:buNone/>
            </a:pPr>
            <a:r>
              <a:rPr lang="en-US" dirty="0"/>
              <a:t>WBC: 12.1K</a:t>
            </a:r>
          </a:p>
          <a:p>
            <a:pPr marL="0" indent="0">
              <a:buNone/>
            </a:pPr>
            <a:r>
              <a:rPr lang="en-US" dirty="0"/>
              <a:t>Hb 11.3</a:t>
            </a:r>
          </a:p>
          <a:p>
            <a:pPr marL="0" indent="0">
              <a:buNone/>
            </a:pPr>
            <a:r>
              <a:rPr lang="en-US" dirty="0" err="1"/>
              <a:t>Platetlets</a:t>
            </a:r>
            <a:r>
              <a:rPr lang="en-US" dirty="0"/>
              <a:t> 373K</a:t>
            </a:r>
          </a:p>
          <a:p>
            <a:pPr marL="0" indent="0">
              <a:buNone/>
            </a:pPr>
            <a:endParaRPr lang="en-US" dirty="0"/>
          </a:p>
          <a:p>
            <a:pPr marL="0" indent="0">
              <a:buNone/>
            </a:pPr>
            <a:r>
              <a:rPr lang="en-US" dirty="0"/>
              <a:t>Na 138</a:t>
            </a:r>
          </a:p>
          <a:p>
            <a:pPr marL="0" indent="0">
              <a:buNone/>
            </a:pPr>
            <a:r>
              <a:rPr lang="en-US" dirty="0"/>
              <a:t>K 3.0</a:t>
            </a:r>
          </a:p>
          <a:p>
            <a:pPr marL="0" indent="0">
              <a:buNone/>
            </a:pPr>
            <a:r>
              <a:rPr lang="en-US" dirty="0"/>
              <a:t>Cl 102</a:t>
            </a:r>
          </a:p>
          <a:p>
            <a:pPr marL="0" indent="0">
              <a:buNone/>
            </a:pPr>
            <a:r>
              <a:rPr lang="en-US" dirty="0"/>
              <a:t>HCO3 19</a:t>
            </a:r>
          </a:p>
          <a:p>
            <a:pPr marL="0" indent="0">
              <a:buNone/>
            </a:pPr>
            <a:r>
              <a:rPr lang="en-US" dirty="0"/>
              <a:t>Creatinine 2.1</a:t>
            </a:r>
          </a:p>
          <a:p>
            <a:pPr marL="0" indent="0">
              <a:buNone/>
            </a:pPr>
            <a:r>
              <a:rPr lang="en-US" dirty="0"/>
              <a:t>(Anion gap 18)</a:t>
            </a:r>
          </a:p>
        </p:txBody>
      </p:sp>
      <p:sp>
        <p:nvSpPr>
          <p:cNvPr id="4" name="Content Placeholder 2">
            <a:extLst>
              <a:ext uri="{FF2B5EF4-FFF2-40B4-BE49-F238E27FC236}">
                <a16:creationId xmlns:a16="http://schemas.microsoft.com/office/drawing/2014/main" id="{302BD2A0-15A9-491A-AE70-6BA632AC5517}"/>
              </a:ext>
            </a:extLst>
          </p:cNvPr>
          <p:cNvSpPr txBox="1">
            <a:spLocks/>
          </p:cNvSpPr>
          <p:nvPr/>
        </p:nvSpPr>
        <p:spPr>
          <a:xfrm>
            <a:off x="4848860" y="1825625"/>
            <a:ext cx="318516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Total bilirubin 0.5</a:t>
            </a:r>
          </a:p>
          <a:p>
            <a:pPr marL="0" indent="0">
              <a:buFont typeface="Arial" panose="020B0604020202020204" pitchFamily="34" charset="0"/>
              <a:buNone/>
            </a:pPr>
            <a:r>
              <a:rPr lang="en-US" dirty="0"/>
              <a:t>AST 40</a:t>
            </a:r>
          </a:p>
          <a:p>
            <a:pPr marL="0" indent="0">
              <a:buFont typeface="Arial" panose="020B0604020202020204" pitchFamily="34" charset="0"/>
              <a:buNone/>
            </a:pPr>
            <a:r>
              <a:rPr lang="en-US" dirty="0"/>
              <a:t>ALT 19</a:t>
            </a:r>
          </a:p>
          <a:p>
            <a:pPr marL="0" indent="0">
              <a:buFont typeface="Arial" panose="020B0604020202020204" pitchFamily="34" charset="0"/>
              <a:buNone/>
            </a:pPr>
            <a:r>
              <a:rPr lang="en-US" dirty="0"/>
              <a:t>ALP 95</a:t>
            </a:r>
          </a:p>
          <a:p>
            <a:pPr marL="0" indent="0">
              <a:buFont typeface="Arial" panose="020B0604020202020204" pitchFamily="34" charset="0"/>
              <a:buNone/>
            </a:pPr>
            <a:r>
              <a:rPr lang="en-US" dirty="0"/>
              <a:t>Albumin 3.6</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Trop T &lt; 0.01</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Lipase 33 </a:t>
            </a:r>
          </a:p>
        </p:txBody>
      </p:sp>
    </p:spTree>
    <p:extLst>
      <p:ext uri="{BB962C8B-B14F-4D97-AF65-F5344CB8AC3E}">
        <p14:creationId xmlns:p14="http://schemas.microsoft.com/office/powerpoint/2010/main" val="1183402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88D74-90E4-45AE-BC0E-A90081CB9E2C}"/>
              </a:ext>
            </a:extLst>
          </p:cNvPr>
          <p:cNvSpPr>
            <a:spLocks noGrp="1"/>
          </p:cNvSpPr>
          <p:nvPr>
            <p:ph type="title"/>
          </p:nvPr>
        </p:nvSpPr>
        <p:spPr/>
        <p:txBody>
          <a:bodyPr/>
          <a:lstStyle/>
          <a:p>
            <a:r>
              <a:rPr lang="en-US" dirty="0"/>
              <a:t>Laboratory investigations</a:t>
            </a:r>
          </a:p>
        </p:txBody>
      </p:sp>
      <p:sp>
        <p:nvSpPr>
          <p:cNvPr id="3" name="Content Placeholder 2">
            <a:extLst>
              <a:ext uri="{FF2B5EF4-FFF2-40B4-BE49-F238E27FC236}">
                <a16:creationId xmlns:a16="http://schemas.microsoft.com/office/drawing/2014/main" id="{155A7A52-8D90-4DA5-BAAE-82FFB0098BA6}"/>
              </a:ext>
            </a:extLst>
          </p:cNvPr>
          <p:cNvSpPr>
            <a:spLocks noGrp="1"/>
          </p:cNvSpPr>
          <p:nvPr>
            <p:ph idx="1"/>
          </p:nvPr>
        </p:nvSpPr>
        <p:spPr>
          <a:xfrm>
            <a:off x="838200" y="1825625"/>
            <a:ext cx="3185160" cy="4351338"/>
          </a:xfrm>
        </p:spPr>
        <p:txBody>
          <a:bodyPr>
            <a:normAutofit fontScale="92500" lnSpcReduction="20000"/>
          </a:bodyPr>
          <a:lstStyle/>
          <a:p>
            <a:pPr marL="0" indent="0">
              <a:buNone/>
            </a:pPr>
            <a:r>
              <a:rPr lang="en-US" dirty="0">
                <a:solidFill>
                  <a:schemeClr val="bg1">
                    <a:lumMod val="65000"/>
                  </a:schemeClr>
                </a:solidFill>
              </a:rPr>
              <a:t>WBC: 12.1K</a:t>
            </a:r>
          </a:p>
          <a:p>
            <a:pPr marL="0" indent="0">
              <a:buNone/>
            </a:pPr>
            <a:r>
              <a:rPr lang="en-US" dirty="0">
                <a:solidFill>
                  <a:schemeClr val="bg1">
                    <a:lumMod val="65000"/>
                  </a:schemeClr>
                </a:solidFill>
              </a:rPr>
              <a:t>Hb 11.3</a:t>
            </a:r>
          </a:p>
          <a:p>
            <a:pPr marL="0" indent="0">
              <a:buNone/>
            </a:pPr>
            <a:r>
              <a:rPr lang="en-US" dirty="0" err="1">
                <a:solidFill>
                  <a:schemeClr val="bg1">
                    <a:lumMod val="65000"/>
                  </a:schemeClr>
                </a:solidFill>
              </a:rPr>
              <a:t>Platetlets</a:t>
            </a:r>
            <a:r>
              <a:rPr lang="en-US" dirty="0">
                <a:solidFill>
                  <a:schemeClr val="bg1">
                    <a:lumMod val="65000"/>
                  </a:schemeClr>
                </a:solidFill>
              </a:rPr>
              <a:t> 373K</a:t>
            </a:r>
          </a:p>
          <a:p>
            <a:pPr marL="0" indent="0">
              <a:buNone/>
            </a:pPr>
            <a:endParaRPr lang="en-US" dirty="0">
              <a:solidFill>
                <a:schemeClr val="bg1">
                  <a:lumMod val="65000"/>
                </a:schemeClr>
              </a:solidFill>
            </a:endParaRPr>
          </a:p>
          <a:p>
            <a:pPr marL="0" indent="0">
              <a:buNone/>
            </a:pPr>
            <a:r>
              <a:rPr lang="en-US" dirty="0">
                <a:solidFill>
                  <a:schemeClr val="bg1">
                    <a:lumMod val="65000"/>
                  </a:schemeClr>
                </a:solidFill>
              </a:rPr>
              <a:t>Na 138</a:t>
            </a:r>
          </a:p>
          <a:p>
            <a:pPr marL="0" indent="0">
              <a:buNone/>
            </a:pPr>
            <a:r>
              <a:rPr lang="en-US" dirty="0">
                <a:solidFill>
                  <a:schemeClr val="bg1">
                    <a:lumMod val="65000"/>
                  </a:schemeClr>
                </a:solidFill>
              </a:rPr>
              <a:t>K 3.0</a:t>
            </a:r>
          </a:p>
          <a:p>
            <a:pPr marL="0" indent="0">
              <a:buNone/>
            </a:pPr>
            <a:r>
              <a:rPr lang="en-US" dirty="0">
                <a:solidFill>
                  <a:schemeClr val="bg1">
                    <a:lumMod val="65000"/>
                  </a:schemeClr>
                </a:solidFill>
              </a:rPr>
              <a:t>Cl 102</a:t>
            </a:r>
          </a:p>
          <a:p>
            <a:pPr marL="0" indent="0">
              <a:buNone/>
            </a:pPr>
            <a:r>
              <a:rPr lang="en-US" dirty="0">
                <a:solidFill>
                  <a:schemeClr val="bg1">
                    <a:lumMod val="65000"/>
                  </a:schemeClr>
                </a:solidFill>
              </a:rPr>
              <a:t>HCO3 19</a:t>
            </a:r>
          </a:p>
          <a:p>
            <a:pPr marL="0" indent="0">
              <a:buNone/>
            </a:pPr>
            <a:r>
              <a:rPr lang="en-US" dirty="0">
                <a:solidFill>
                  <a:schemeClr val="bg1">
                    <a:lumMod val="65000"/>
                  </a:schemeClr>
                </a:solidFill>
              </a:rPr>
              <a:t>Creatinine 2.1</a:t>
            </a:r>
          </a:p>
          <a:p>
            <a:pPr marL="0" indent="0">
              <a:buNone/>
            </a:pPr>
            <a:r>
              <a:rPr lang="en-US" dirty="0">
                <a:solidFill>
                  <a:schemeClr val="bg1">
                    <a:lumMod val="65000"/>
                  </a:schemeClr>
                </a:solidFill>
              </a:rPr>
              <a:t>(Anion gap 18)</a:t>
            </a:r>
          </a:p>
        </p:txBody>
      </p:sp>
      <p:sp>
        <p:nvSpPr>
          <p:cNvPr id="4" name="Content Placeholder 2">
            <a:extLst>
              <a:ext uri="{FF2B5EF4-FFF2-40B4-BE49-F238E27FC236}">
                <a16:creationId xmlns:a16="http://schemas.microsoft.com/office/drawing/2014/main" id="{302BD2A0-15A9-491A-AE70-6BA632AC5517}"/>
              </a:ext>
            </a:extLst>
          </p:cNvPr>
          <p:cNvSpPr txBox="1">
            <a:spLocks/>
          </p:cNvSpPr>
          <p:nvPr/>
        </p:nvSpPr>
        <p:spPr>
          <a:xfrm>
            <a:off x="4848860" y="1825625"/>
            <a:ext cx="318516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lumMod val="65000"/>
                  </a:schemeClr>
                </a:solidFill>
              </a:rPr>
              <a:t>Total bilirubin 0.5</a:t>
            </a:r>
          </a:p>
          <a:p>
            <a:pPr marL="0" indent="0">
              <a:buFont typeface="Arial" panose="020B0604020202020204" pitchFamily="34" charset="0"/>
              <a:buNone/>
            </a:pPr>
            <a:r>
              <a:rPr lang="en-US" dirty="0">
                <a:solidFill>
                  <a:schemeClr val="bg1">
                    <a:lumMod val="65000"/>
                  </a:schemeClr>
                </a:solidFill>
              </a:rPr>
              <a:t>AST 40</a:t>
            </a:r>
          </a:p>
          <a:p>
            <a:pPr marL="0" indent="0">
              <a:buFont typeface="Arial" panose="020B0604020202020204" pitchFamily="34" charset="0"/>
              <a:buNone/>
            </a:pPr>
            <a:r>
              <a:rPr lang="en-US" dirty="0">
                <a:solidFill>
                  <a:schemeClr val="bg1">
                    <a:lumMod val="65000"/>
                  </a:schemeClr>
                </a:solidFill>
              </a:rPr>
              <a:t>ALT 19</a:t>
            </a:r>
          </a:p>
          <a:p>
            <a:pPr marL="0" indent="0">
              <a:buFont typeface="Arial" panose="020B0604020202020204" pitchFamily="34" charset="0"/>
              <a:buNone/>
            </a:pPr>
            <a:r>
              <a:rPr lang="en-US" dirty="0">
                <a:solidFill>
                  <a:schemeClr val="bg1">
                    <a:lumMod val="65000"/>
                  </a:schemeClr>
                </a:solidFill>
              </a:rPr>
              <a:t>ALP 95</a:t>
            </a:r>
          </a:p>
          <a:p>
            <a:pPr marL="0" indent="0">
              <a:buFont typeface="Arial" panose="020B0604020202020204" pitchFamily="34" charset="0"/>
              <a:buNone/>
            </a:pPr>
            <a:r>
              <a:rPr lang="en-US" dirty="0">
                <a:solidFill>
                  <a:schemeClr val="bg1">
                    <a:lumMod val="65000"/>
                  </a:schemeClr>
                </a:solidFill>
              </a:rPr>
              <a:t>Albumin 3.6</a:t>
            </a:r>
          </a:p>
          <a:p>
            <a:pPr marL="0" indent="0">
              <a:buFont typeface="Arial" panose="020B0604020202020204" pitchFamily="34" charset="0"/>
              <a:buNone/>
            </a:pPr>
            <a:endParaRPr lang="en-US" dirty="0">
              <a:solidFill>
                <a:schemeClr val="bg1">
                  <a:lumMod val="65000"/>
                </a:schemeClr>
              </a:solidFill>
            </a:endParaRPr>
          </a:p>
          <a:p>
            <a:pPr marL="0" indent="0">
              <a:buFont typeface="Arial" panose="020B0604020202020204" pitchFamily="34" charset="0"/>
              <a:buNone/>
            </a:pPr>
            <a:r>
              <a:rPr lang="en-US" dirty="0">
                <a:solidFill>
                  <a:schemeClr val="bg1">
                    <a:lumMod val="65000"/>
                  </a:schemeClr>
                </a:solidFill>
              </a:rPr>
              <a:t>Trop T &lt; 0.01</a:t>
            </a:r>
          </a:p>
          <a:p>
            <a:pPr marL="0" indent="0">
              <a:buFont typeface="Arial" panose="020B0604020202020204" pitchFamily="34" charset="0"/>
              <a:buNone/>
            </a:pPr>
            <a:endParaRPr lang="en-US" dirty="0">
              <a:solidFill>
                <a:schemeClr val="bg1">
                  <a:lumMod val="65000"/>
                </a:schemeClr>
              </a:solidFill>
            </a:endParaRPr>
          </a:p>
          <a:p>
            <a:pPr marL="0" indent="0">
              <a:buFont typeface="Arial" panose="020B0604020202020204" pitchFamily="34" charset="0"/>
              <a:buNone/>
            </a:pPr>
            <a:r>
              <a:rPr lang="en-US" dirty="0">
                <a:solidFill>
                  <a:schemeClr val="bg1">
                    <a:lumMod val="65000"/>
                  </a:schemeClr>
                </a:solidFill>
              </a:rPr>
              <a:t>Lipase 33 </a:t>
            </a:r>
          </a:p>
        </p:txBody>
      </p:sp>
      <p:sp>
        <p:nvSpPr>
          <p:cNvPr id="5" name="Title 1">
            <a:extLst>
              <a:ext uri="{FF2B5EF4-FFF2-40B4-BE49-F238E27FC236}">
                <a16:creationId xmlns:a16="http://schemas.microsoft.com/office/drawing/2014/main" id="{3B5CD687-B322-4BC7-987D-75570C240844}"/>
              </a:ext>
            </a:extLst>
          </p:cNvPr>
          <p:cNvSpPr txBox="1">
            <a:spLocks/>
          </p:cNvSpPr>
          <p:nvPr/>
        </p:nvSpPr>
        <p:spPr>
          <a:xfrm>
            <a:off x="838200"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b="1" dirty="0"/>
              <a:t>What’s your next lab to order?</a:t>
            </a:r>
          </a:p>
        </p:txBody>
      </p:sp>
    </p:spTree>
    <p:extLst>
      <p:ext uri="{BB962C8B-B14F-4D97-AF65-F5344CB8AC3E}">
        <p14:creationId xmlns:p14="http://schemas.microsoft.com/office/powerpoint/2010/main" val="156534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88D74-90E4-45AE-BC0E-A90081CB9E2C}"/>
              </a:ext>
            </a:extLst>
          </p:cNvPr>
          <p:cNvSpPr>
            <a:spLocks noGrp="1"/>
          </p:cNvSpPr>
          <p:nvPr>
            <p:ph type="title"/>
          </p:nvPr>
        </p:nvSpPr>
        <p:spPr/>
        <p:txBody>
          <a:bodyPr/>
          <a:lstStyle/>
          <a:p>
            <a:r>
              <a:rPr lang="en-US" dirty="0"/>
              <a:t>Laboratory investigations</a:t>
            </a:r>
          </a:p>
        </p:txBody>
      </p:sp>
      <p:sp>
        <p:nvSpPr>
          <p:cNvPr id="3" name="Content Placeholder 2">
            <a:extLst>
              <a:ext uri="{FF2B5EF4-FFF2-40B4-BE49-F238E27FC236}">
                <a16:creationId xmlns:a16="http://schemas.microsoft.com/office/drawing/2014/main" id="{155A7A52-8D90-4DA5-BAAE-82FFB0098BA6}"/>
              </a:ext>
            </a:extLst>
          </p:cNvPr>
          <p:cNvSpPr>
            <a:spLocks noGrp="1"/>
          </p:cNvSpPr>
          <p:nvPr>
            <p:ph idx="1"/>
          </p:nvPr>
        </p:nvSpPr>
        <p:spPr>
          <a:xfrm>
            <a:off x="838200" y="1825625"/>
            <a:ext cx="3185160" cy="4351338"/>
          </a:xfrm>
        </p:spPr>
        <p:txBody>
          <a:bodyPr>
            <a:normAutofit fontScale="92500" lnSpcReduction="20000"/>
          </a:bodyPr>
          <a:lstStyle/>
          <a:p>
            <a:pPr marL="0" indent="0">
              <a:buNone/>
            </a:pPr>
            <a:r>
              <a:rPr lang="en-US" dirty="0"/>
              <a:t>WBC: 12.1K</a:t>
            </a:r>
          </a:p>
          <a:p>
            <a:pPr marL="0" indent="0">
              <a:buNone/>
            </a:pPr>
            <a:r>
              <a:rPr lang="en-US" dirty="0"/>
              <a:t>Hb 11.3</a:t>
            </a:r>
          </a:p>
          <a:p>
            <a:pPr marL="0" indent="0">
              <a:buNone/>
            </a:pPr>
            <a:r>
              <a:rPr lang="en-US" dirty="0" err="1"/>
              <a:t>Platetlets</a:t>
            </a:r>
            <a:r>
              <a:rPr lang="en-US" dirty="0"/>
              <a:t> 373K</a:t>
            </a:r>
          </a:p>
          <a:p>
            <a:pPr marL="0" indent="0">
              <a:buNone/>
            </a:pPr>
            <a:endParaRPr lang="en-US" dirty="0"/>
          </a:p>
          <a:p>
            <a:pPr marL="0" indent="0">
              <a:buNone/>
            </a:pPr>
            <a:r>
              <a:rPr lang="en-US" dirty="0"/>
              <a:t>Na 138</a:t>
            </a:r>
          </a:p>
          <a:p>
            <a:pPr marL="0" indent="0">
              <a:buNone/>
            </a:pPr>
            <a:r>
              <a:rPr lang="en-US" dirty="0"/>
              <a:t>K 3.0</a:t>
            </a:r>
          </a:p>
          <a:p>
            <a:pPr marL="0" indent="0">
              <a:buNone/>
            </a:pPr>
            <a:r>
              <a:rPr lang="en-US" dirty="0"/>
              <a:t>Cl 102</a:t>
            </a:r>
          </a:p>
          <a:p>
            <a:pPr marL="0" indent="0">
              <a:buNone/>
            </a:pPr>
            <a:r>
              <a:rPr lang="en-US" dirty="0">
                <a:highlight>
                  <a:srgbClr val="FFFF00"/>
                </a:highlight>
              </a:rPr>
              <a:t>HCO3 19</a:t>
            </a:r>
          </a:p>
          <a:p>
            <a:pPr marL="0" indent="0">
              <a:buNone/>
            </a:pPr>
            <a:r>
              <a:rPr lang="en-US" dirty="0">
                <a:highlight>
                  <a:srgbClr val="FFFF00"/>
                </a:highlight>
              </a:rPr>
              <a:t>Creatinine 2.1</a:t>
            </a:r>
          </a:p>
          <a:p>
            <a:pPr marL="0" indent="0">
              <a:buNone/>
            </a:pPr>
            <a:r>
              <a:rPr lang="en-US" dirty="0">
                <a:highlight>
                  <a:srgbClr val="FFFF00"/>
                </a:highlight>
              </a:rPr>
              <a:t>(Anion gap 18)</a:t>
            </a:r>
          </a:p>
        </p:txBody>
      </p:sp>
      <p:sp>
        <p:nvSpPr>
          <p:cNvPr id="4" name="Content Placeholder 2">
            <a:extLst>
              <a:ext uri="{FF2B5EF4-FFF2-40B4-BE49-F238E27FC236}">
                <a16:creationId xmlns:a16="http://schemas.microsoft.com/office/drawing/2014/main" id="{302BD2A0-15A9-491A-AE70-6BA632AC5517}"/>
              </a:ext>
            </a:extLst>
          </p:cNvPr>
          <p:cNvSpPr txBox="1">
            <a:spLocks/>
          </p:cNvSpPr>
          <p:nvPr/>
        </p:nvSpPr>
        <p:spPr>
          <a:xfrm>
            <a:off x="4848860" y="1825625"/>
            <a:ext cx="318516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Total bilirubin 0.5</a:t>
            </a:r>
          </a:p>
          <a:p>
            <a:pPr marL="0" indent="0">
              <a:buFont typeface="Arial" panose="020B0604020202020204" pitchFamily="34" charset="0"/>
              <a:buNone/>
            </a:pPr>
            <a:r>
              <a:rPr lang="en-US" dirty="0"/>
              <a:t>AST 40</a:t>
            </a:r>
          </a:p>
          <a:p>
            <a:pPr marL="0" indent="0">
              <a:buFont typeface="Arial" panose="020B0604020202020204" pitchFamily="34" charset="0"/>
              <a:buNone/>
            </a:pPr>
            <a:r>
              <a:rPr lang="en-US" dirty="0"/>
              <a:t>ALT 19</a:t>
            </a:r>
          </a:p>
          <a:p>
            <a:pPr marL="0" indent="0">
              <a:buFont typeface="Arial" panose="020B0604020202020204" pitchFamily="34" charset="0"/>
              <a:buNone/>
            </a:pPr>
            <a:r>
              <a:rPr lang="en-US" dirty="0"/>
              <a:t>ALP 95</a:t>
            </a:r>
          </a:p>
          <a:p>
            <a:pPr marL="0" indent="0">
              <a:buFont typeface="Arial" panose="020B0604020202020204" pitchFamily="34" charset="0"/>
              <a:buNone/>
            </a:pPr>
            <a:r>
              <a:rPr lang="en-US" dirty="0"/>
              <a:t>Albumin 3.6</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Trop T &lt; 0.01</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Lipase 33 </a:t>
            </a:r>
          </a:p>
        </p:txBody>
      </p:sp>
      <p:sp>
        <p:nvSpPr>
          <p:cNvPr id="5" name="Content Placeholder 2">
            <a:extLst>
              <a:ext uri="{FF2B5EF4-FFF2-40B4-BE49-F238E27FC236}">
                <a16:creationId xmlns:a16="http://schemas.microsoft.com/office/drawing/2014/main" id="{B1B16580-8459-421E-882B-F5E9C0EF751B}"/>
              </a:ext>
            </a:extLst>
          </p:cNvPr>
          <p:cNvSpPr txBox="1">
            <a:spLocks/>
          </p:cNvSpPr>
          <p:nvPr/>
        </p:nvSpPr>
        <p:spPr>
          <a:xfrm>
            <a:off x="8506460" y="1825625"/>
            <a:ext cx="318516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Quadraat" panose="0200050306000009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Quadraat" panose="0200050306000009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Quadraat" panose="0200050306000009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Quadraat" panose="0200050306000009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highlight>
                  <a:srgbClr val="FF0000"/>
                </a:highlight>
              </a:rPr>
              <a:t>Lactic acid 6.7</a:t>
            </a:r>
          </a:p>
        </p:txBody>
      </p:sp>
    </p:spTree>
    <p:extLst>
      <p:ext uri="{BB962C8B-B14F-4D97-AF65-F5344CB8AC3E}">
        <p14:creationId xmlns:p14="http://schemas.microsoft.com/office/powerpoint/2010/main" val="3267254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lstStyle/>
          <a:p>
            <a:pPr algn="ctr"/>
            <a:r>
              <a:rPr lang="en-US" dirty="0"/>
              <a:t>What are your differential diagnoses?</a:t>
            </a:r>
          </a:p>
        </p:txBody>
      </p:sp>
    </p:spTree>
    <p:extLst>
      <p:ext uri="{BB962C8B-B14F-4D97-AF65-F5344CB8AC3E}">
        <p14:creationId xmlns:p14="http://schemas.microsoft.com/office/powerpoint/2010/main" val="51846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42826"/>
            <a:ext cx="10515600" cy="1325563"/>
          </a:xfrm>
        </p:spPr>
        <p:txBody>
          <a:bodyPr>
            <a:normAutofit/>
          </a:bodyPr>
          <a:lstStyle/>
          <a:p>
            <a:pPr algn="ctr"/>
            <a:r>
              <a:rPr lang="en-US" sz="6600" dirty="0"/>
              <a:t>Colitis</a:t>
            </a:r>
            <a:endParaRPr lang="en-US" sz="6600" dirty="0">
              <a:solidFill>
                <a:schemeClr val="tx1">
                  <a:lumMod val="50000"/>
                  <a:lumOff val="50000"/>
                </a:schemeClr>
              </a:solidFill>
            </a:endParaRPr>
          </a:p>
        </p:txBody>
      </p:sp>
      <p:pic>
        <p:nvPicPr>
          <p:cNvPr id="4" name="Picture 3">
            <a:extLst>
              <a:ext uri="{FF2B5EF4-FFF2-40B4-BE49-F238E27FC236}">
                <a16:creationId xmlns:a16="http://schemas.microsoft.com/office/drawing/2014/main" id="{29BE13B7-F211-4B9C-B365-534D318EC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9677" y="1468212"/>
            <a:ext cx="5052646" cy="5146962"/>
          </a:xfrm>
          <a:prstGeom prst="rect">
            <a:avLst/>
          </a:prstGeom>
        </p:spPr>
      </p:pic>
    </p:spTree>
    <p:extLst>
      <p:ext uri="{BB962C8B-B14F-4D97-AF65-F5344CB8AC3E}">
        <p14:creationId xmlns:p14="http://schemas.microsoft.com/office/powerpoint/2010/main" val="2623002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7A213-DDB8-4BFD-B2E2-87F2A76C5775}"/>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18DDD3A7-0601-40DA-9965-9F24133DD5A5}"/>
              </a:ext>
            </a:extLst>
          </p:cNvPr>
          <p:cNvSpPr>
            <a:spLocks noGrp="1"/>
          </p:cNvSpPr>
          <p:nvPr>
            <p:ph idx="1"/>
          </p:nvPr>
        </p:nvSpPr>
        <p:spPr/>
        <p:txBody>
          <a:bodyPr/>
          <a:lstStyle/>
          <a:p>
            <a:r>
              <a:rPr lang="en-US" b="1" dirty="0"/>
              <a:t>Colitis</a:t>
            </a:r>
            <a:r>
              <a:rPr lang="en-US" dirty="0"/>
              <a:t> refers to inflammation of the colon, that can be associated with concurrent inflammation of the small bowel (enterocolitis) or rectum (proctocolitis), or both.</a:t>
            </a:r>
          </a:p>
          <a:p>
            <a:r>
              <a:rPr lang="en-US" dirty="0"/>
              <a:t>Many different causes and etiologies.</a:t>
            </a:r>
          </a:p>
        </p:txBody>
      </p:sp>
    </p:spTree>
    <p:extLst>
      <p:ext uri="{BB962C8B-B14F-4D97-AF65-F5344CB8AC3E}">
        <p14:creationId xmlns:p14="http://schemas.microsoft.com/office/powerpoint/2010/main" val="2975706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7A213-DDB8-4BFD-B2E2-87F2A76C5775}"/>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18DDD3A7-0601-40DA-9965-9F24133DD5A5}"/>
              </a:ext>
            </a:extLst>
          </p:cNvPr>
          <p:cNvSpPr>
            <a:spLocks noGrp="1"/>
          </p:cNvSpPr>
          <p:nvPr>
            <p:ph idx="1"/>
          </p:nvPr>
        </p:nvSpPr>
        <p:spPr/>
        <p:txBody>
          <a:bodyPr/>
          <a:lstStyle/>
          <a:p>
            <a:r>
              <a:rPr lang="en-US" dirty="0"/>
              <a:t>Colitis refers to inflammation of the colon, that can be associated with concurrent inflammation of the small bowel (enterocolitis) or rectum (proctocolitis), or both.</a:t>
            </a:r>
          </a:p>
          <a:p>
            <a:r>
              <a:rPr lang="en-US" dirty="0"/>
              <a:t>Many different causes and etiologies.</a:t>
            </a:r>
          </a:p>
          <a:p>
            <a:endParaRPr lang="en-US" dirty="0"/>
          </a:p>
          <a:p>
            <a:pPr marL="0" indent="0" algn="ctr">
              <a:buNone/>
            </a:pPr>
            <a:r>
              <a:rPr lang="en-US" b="1" dirty="0"/>
              <a:t>What are some?</a:t>
            </a:r>
          </a:p>
        </p:txBody>
      </p:sp>
    </p:spTree>
    <p:extLst>
      <p:ext uri="{BB962C8B-B14F-4D97-AF65-F5344CB8AC3E}">
        <p14:creationId xmlns:p14="http://schemas.microsoft.com/office/powerpoint/2010/main" val="1690178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Etiologies of Colitis</a:t>
            </a:r>
            <a:endParaRPr lang="en-US" dirty="0">
              <a:solidFill>
                <a:schemeClr val="tx1">
                  <a:lumMod val="50000"/>
                  <a:lumOff val="50000"/>
                </a:schemeClr>
              </a:solidFill>
            </a:endParaRPr>
          </a:p>
        </p:txBody>
      </p:sp>
    </p:spTree>
    <p:extLst>
      <p:ext uri="{BB962C8B-B14F-4D97-AF65-F5344CB8AC3E}">
        <p14:creationId xmlns:p14="http://schemas.microsoft.com/office/powerpoint/2010/main" val="21479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798C6FE-A2E7-43FC-B80B-72E7B17EA4BC}"/>
              </a:ext>
            </a:extLst>
          </p:cNvPr>
          <p:cNvGraphicFramePr>
            <a:graphicFrameLocks noGrp="1"/>
          </p:cNvGraphicFramePr>
          <p:nvPr>
            <p:ph idx="1"/>
            <p:extLst>
              <p:ext uri="{D42A27DB-BD31-4B8C-83A1-F6EECF244321}">
                <p14:modId xmlns:p14="http://schemas.microsoft.com/office/powerpoint/2010/main" val="3255002915"/>
              </p:ext>
            </p:extLst>
          </p:nvPr>
        </p:nvGraphicFramePr>
        <p:xfrm>
          <a:off x="0" y="105508"/>
          <a:ext cx="12045462" cy="6611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0246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798C6FE-A2E7-43FC-B80B-72E7B17EA4BC}"/>
              </a:ext>
            </a:extLst>
          </p:cNvPr>
          <p:cNvGraphicFramePr>
            <a:graphicFrameLocks noGrp="1"/>
          </p:cNvGraphicFramePr>
          <p:nvPr>
            <p:ph idx="1"/>
            <p:extLst>
              <p:ext uri="{D42A27DB-BD31-4B8C-83A1-F6EECF244321}">
                <p14:modId xmlns:p14="http://schemas.microsoft.com/office/powerpoint/2010/main" val="4173371502"/>
              </p:ext>
            </p:extLst>
          </p:nvPr>
        </p:nvGraphicFramePr>
        <p:xfrm>
          <a:off x="0" y="105508"/>
          <a:ext cx="12045462" cy="6611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0221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a:xfrm>
            <a:off x="838200" y="2766218"/>
            <a:ext cx="10515600" cy="1325563"/>
          </a:xfrm>
        </p:spPr>
        <p:txBody>
          <a:bodyPr/>
          <a:lstStyle/>
          <a:p>
            <a:pPr algn="ctr"/>
            <a:r>
              <a:rPr lang="en-US" dirty="0"/>
              <a:t>Ischemic colitis vs mesenteric ischemia</a:t>
            </a:r>
          </a:p>
        </p:txBody>
      </p:sp>
    </p:spTree>
    <p:extLst>
      <p:ext uri="{BB962C8B-B14F-4D97-AF65-F5344CB8AC3E}">
        <p14:creationId xmlns:p14="http://schemas.microsoft.com/office/powerpoint/2010/main" val="556164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particularly sensitive to ischemia – </a:t>
            </a:r>
            <a:r>
              <a:rPr lang="en-US" b="1" dirty="0"/>
              <a:t>True</a:t>
            </a:r>
            <a:r>
              <a:rPr lang="en-US" dirty="0"/>
              <a:t> or </a:t>
            </a:r>
            <a:r>
              <a:rPr lang="en-US" b="1" dirty="0"/>
              <a:t>False?</a:t>
            </a:r>
          </a:p>
        </p:txBody>
      </p:sp>
    </p:spTree>
    <p:extLst>
      <p:ext uri="{BB962C8B-B14F-4D97-AF65-F5344CB8AC3E}">
        <p14:creationId xmlns:p14="http://schemas.microsoft.com/office/powerpoint/2010/main" val="4282692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solidFill>
                  <a:srgbClr val="C00000"/>
                </a:solidFill>
              </a:rPr>
              <a:t>The colon is particularly sensitive to ischemia</a:t>
            </a:r>
            <a:r>
              <a:rPr lang="en-US" dirty="0"/>
              <a:t> – </a:t>
            </a:r>
            <a:r>
              <a:rPr lang="en-US" b="1" dirty="0"/>
              <a:t>False</a:t>
            </a:r>
          </a:p>
        </p:txBody>
      </p:sp>
    </p:spTree>
    <p:extLst>
      <p:ext uri="{BB962C8B-B14F-4D97-AF65-F5344CB8AC3E}">
        <p14:creationId xmlns:p14="http://schemas.microsoft.com/office/powerpoint/2010/main" val="3848361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usually preceded by a period of global hypoperfusion – </a:t>
            </a:r>
            <a:r>
              <a:rPr lang="en-US" b="1" dirty="0"/>
              <a:t>True </a:t>
            </a:r>
            <a:r>
              <a:rPr lang="en-US" dirty="0"/>
              <a:t>or </a:t>
            </a:r>
            <a:r>
              <a:rPr lang="en-US" b="1" dirty="0"/>
              <a:t>False?</a:t>
            </a:r>
            <a:endParaRPr lang="en-US" dirty="0"/>
          </a:p>
        </p:txBody>
      </p:sp>
    </p:spTree>
    <p:extLst>
      <p:ext uri="{BB962C8B-B14F-4D97-AF65-F5344CB8AC3E}">
        <p14:creationId xmlns:p14="http://schemas.microsoft.com/office/powerpoint/2010/main" val="1310907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solidFill>
                  <a:srgbClr val="C00000"/>
                </a:solidFill>
              </a:rPr>
              <a:t>Ischemic colitis is usually preceded by a period of global hypoperfusion </a:t>
            </a:r>
            <a:r>
              <a:rPr lang="en-US" dirty="0"/>
              <a:t>– </a:t>
            </a:r>
            <a:r>
              <a:rPr lang="en-US" b="1" dirty="0"/>
              <a:t>False</a:t>
            </a:r>
            <a:endParaRPr lang="en-US" dirty="0"/>
          </a:p>
        </p:txBody>
      </p:sp>
    </p:spTree>
    <p:extLst>
      <p:ext uri="{BB962C8B-B14F-4D97-AF65-F5344CB8AC3E}">
        <p14:creationId xmlns:p14="http://schemas.microsoft.com/office/powerpoint/2010/main" val="658030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rarely preceded by a period of global hypoperfusion</a:t>
            </a:r>
          </a:p>
          <a:p>
            <a:pPr marL="514350" indent="-514350">
              <a:buAutoNum type="arabicParenR"/>
            </a:pPr>
            <a:r>
              <a:rPr lang="en-US" dirty="0"/>
              <a:t>The "watershed areas" are not disproportionately affected – </a:t>
            </a:r>
            <a:r>
              <a:rPr lang="en-US" b="1" dirty="0"/>
              <a:t>True </a:t>
            </a:r>
            <a:r>
              <a:rPr lang="en-US" dirty="0"/>
              <a:t>or </a:t>
            </a:r>
            <a:r>
              <a:rPr lang="en-US" b="1" dirty="0"/>
              <a:t>False?</a:t>
            </a:r>
            <a:endParaRPr lang="en-US" dirty="0"/>
          </a:p>
        </p:txBody>
      </p:sp>
    </p:spTree>
    <p:extLst>
      <p:ext uri="{BB962C8B-B14F-4D97-AF65-F5344CB8AC3E}">
        <p14:creationId xmlns:p14="http://schemas.microsoft.com/office/powerpoint/2010/main" val="664726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rarely preceded by a period of global hypoperfusion</a:t>
            </a:r>
          </a:p>
          <a:p>
            <a:pPr marL="514350" indent="-514350">
              <a:buAutoNum type="arabicParenR"/>
            </a:pPr>
            <a:r>
              <a:rPr lang="en-US" dirty="0">
                <a:solidFill>
                  <a:srgbClr val="00B050"/>
                </a:solidFill>
              </a:rPr>
              <a:t>The "watershed areas" are not disproportionately affected </a:t>
            </a:r>
            <a:r>
              <a:rPr lang="en-US" dirty="0"/>
              <a:t>– </a:t>
            </a:r>
            <a:r>
              <a:rPr lang="en-US" b="1" dirty="0"/>
              <a:t>True</a:t>
            </a:r>
            <a:endParaRPr lang="en-US" dirty="0"/>
          </a:p>
        </p:txBody>
      </p:sp>
    </p:spTree>
    <p:extLst>
      <p:ext uri="{BB962C8B-B14F-4D97-AF65-F5344CB8AC3E}">
        <p14:creationId xmlns:p14="http://schemas.microsoft.com/office/powerpoint/2010/main" val="1032226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rarely preceded by a period of global hypoperfusion</a:t>
            </a:r>
          </a:p>
          <a:p>
            <a:pPr marL="514350" indent="-514350">
              <a:buAutoNum type="arabicParenR"/>
            </a:pPr>
            <a:r>
              <a:rPr lang="en-US" dirty="0"/>
              <a:t>The "watershed areas" are not disproportionately affected</a:t>
            </a:r>
          </a:p>
          <a:p>
            <a:pPr marL="514350" indent="-514350">
              <a:buAutoNum type="arabicParenR"/>
            </a:pPr>
            <a:r>
              <a:rPr lang="en-US" dirty="0"/>
              <a:t>Colonoscopy with biopsy is specific for the disease. - </a:t>
            </a:r>
            <a:r>
              <a:rPr lang="en-US" b="1" dirty="0"/>
              <a:t> True </a:t>
            </a:r>
            <a:r>
              <a:rPr lang="en-US" dirty="0"/>
              <a:t>or </a:t>
            </a:r>
            <a:r>
              <a:rPr lang="en-US" b="1" dirty="0"/>
              <a:t>False?</a:t>
            </a:r>
            <a:endParaRPr lang="en-US" dirty="0"/>
          </a:p>
        </p:txBody>
      </p:sp>
    </p:spTree>
    <p:extLst>
      <p:ext uri="{BB962C8B-B14F-4D97-AF65-F5344CB8AC3E}">
        <p14:creationId xmlns:p14="http://schemas.microsoft.com/office/powerpoint/2010/main" val="3053556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rarely preceded by a period of global hypoperfusion</a:t>
            </a:r>
          </a:p>
          <a:p>
            <a:pPr marL="514350" indent="-514350">
              <a:buAutoNum type="arabicParenR"/>
            </a:pPr>
            <a:r>
              <a:rPr lang="en-US" dirty="0"/>
              <a:t>The "watershed areas" are not disproportionately affected</a:t>
            </a:r>
          </a:p>
          <a:p>
            <a:pPr marL="514350" indent="-514350">
              <a:buAutoNum type="arabicParenR"/>
            </a:pPr>
            <a:r>
              <a:rPr lang="en-US" dirty="0">
                <a:solidFill>
                  <a:srgbClr val="C00000"/>
                </a:solidFill>
              </a:rPr>
              <a:t>Colonoscopy with biopsy is specific for the disease. </a:t>
            </a:r>
            <a:r>
              <a:rPr lang="en-US" dirty="0"/>
              <a:t>- </a:t>
            </a:r>
            <a:r>
              <a:rPr lang="en-US" b="1" dirty="0"/>
              <a:t> False</a:t>
            </a:r>
            <a:endParaRPr lang="en-US" dirty="0"/>
          </a:p>
        </p:txBody>
      </p:sp>
    </p:spTree>
    <p:extLst>
      <p:ext uri="{BB962C8B-B14F-4D97-AF65-F5344CB8AC3E}">
        <p14:creationId xmlns:p14="http://schemas.microsoft.com/office/powerpoint/2010/main" val="2358448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B2857-6A4C-48C5-AB46-EBB0E05E861D}"/>
              </a:ext>
            </a:extLst>
          </p:cNvPr>
          <p:cNvSpPr>
            <a:spLocks noGrp="1"/>
          </p:cNvSpPr>
          <p:nvPr>
            <p:ph type="title"/>
          </p:nvPr>
        </p:nvSpPr>
        <p:spPr/>
        <p:txBody>
          <a:bodyPr/>
          <a:lstStyle/>
          <a:p>
            <a:pPr algn="ctr"/>
            <a:r>
              <a:rPr lang="en-US" dirty="0"/>
              <a:t>Ischemic colitis vs mesenteric ischemia</a:t>
            </a:r>
          </a:p>
        </p:txBody>
      </p:sp>
      <p:sp>
        <p:nvSpPr>
          <p:cNvPr id="3" name="Content Placeholder 2">
            <a:extLst>
              <a:ext uri="{FF2B5EF4-FFF2-40B4-BE49-F238E27FC236}">
                <a16:creationId xmlns:a16="http://schemas.microsoft.com/office/drawing/2014/main" id="{804E662F-3D7E-4F4E-8885-A48C368EB16F}"/>
              </a:ext>
            </a:extLst>
          </p:cNvPr>
          <p:cNvSpPr>
            <a:spLocks noGrp="1"/>
          </p:cNvSpPr>
          <p:nvPr>
            <p:ph idx="1"/>
          </p:nvPr>
        </p:nvSpPr>
        <p:spPr/>
        <p:txBody>
          <a:bodyPr/>
          <a:lstStyle/>
          <a:p>
            <a:pPr marL="514350" indent="-514350">
              <a:buAutoNum type="arabicParenR"/>
            </a:pPr>
            <a:r>
              <a:rPr lang="en-US" dirty="0"/>
              <a:t>The colon is not particularly sensitive to ischemia </a:t>
            </a:r>
          </a:p>
          <a:p>
            <a:pPr marL="514350" indent="-514350">
              <a:buAutoNum type="arabicParenR"/>
            </a:pPr>
            <a:r>
              <a:rPr lang="en-US" dirty="0"/>
              <a:t>Ischemic colitis is rarely preceded by a period of global hypoperfusion</a:t>
            </a:r>
          </a:p>
          <a:p>
            <a:pPr marL="514350" indent="-514350">
              <a:buAutoNum type="arabicParenR"/>
            </a:pPr>
            <a:r>
              <a:rPr lang="en-US" dirty="0"/>
              <a:t>The "watershed areas" are not disproportionately affected</a:t>
            </a:r>
          </a:p>
          <a:p>
            <a:pPr marL="514350" indent="-514350">
              <a:buAutoNum type="arabicParenR"/>
            </a:pPr>
            <a:r>
              <a:rPr lang="en-US" dirty="0"/>
              <a:t>Colonoscopy with biopsy is not specific for the disease. </a:t>
            </a:r>
          </a:p>
          <a:p>
            <a:pPr marL="514350" indent="-514350">
              <a:buAutoNum type="arabicParenR"/>
            </a:pPr>
            <a:endParaRPr lang="en-US" dirty="0"/>
          </a:p>
          <a:p>
            <a:pPr marL="0" indent="0" algn="ctr">
              <a:buNone/>
            </a:pPr>
            <a:r>
              <a:rPr lang="en-US" b="1" dirty="0"/>
              <a:t>The cause of "ischemic" colitis is unknown. Therefore it is, until proven otherwise, "acute idiopathic colitis."</a:t>
            </a:r>
          </a:p>
        </p:txBody>
      </p:sp>
      <p:sp>
        <p:nvSpPr>
          <p:cNvPr id="4" name="Rectangle 3">
            <a:extLst>
              <a:ext uri="{FF2B5EF4-FFF2-40B4-BE49-F238E27FC236}">
                <a16:creationId xmlns:a16="http://schemas.microsoft.com/office/drawing/2014/main" id="{0A340DEA-F620-4302-B30A-4FA5A87DD1EA}"/>
              </a:ext>
            </a:extLst>
          </p:cNvPr>
          <p:cNvSpPr/>
          <p:nvPr/>
        </p:nvSpPr>
        <p:spPr>
          <a:xfrm>
            <a:off x="0" y="6477385"/>
            <a:ext cx="12192000" cy="369332"/>
          </a:xfrm>
          <a:prstGeom prst="rect">
            <a:avLst/>
          </a:prstGeom>
        </p:spPr>
        <p:txBody>
          <a:bodyPr wrap="square">
            <a:spAutoFit/>
          </a:bodyPr>
          <a:lstStyle/>
          <a:p>
            <a:pPr algn="r"/>
            <a:r>
              <a:rPr lang="en-US" dirty="0">
                <a:latin typeface="Quadraat" panose="02000503060000090004" pitchFamily="2" charset="0"/>
              </a:rPr>
              <a:t>Carlson RM, Madoff RD. Is "ischemic" colitis ischemic?. Dis Colon Rectum. 2011;54(3):370-3.</a:t>
            </a:r>
          </a:p>
        </p:txBody>
      </p:sp>
    </p:spTree>
    <p:extLst>
      <p:ext uri="{BB962C8B-B14F-4D97-AF65-F5344CB8AC3E}">
        <p14:creationId xmlns:p14="http://schemas.microsoft.com/office/powerpoint/2010/main" val="1834418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Nostalgic anatomy</a:t>
            </a:r>
          </a:p>
        </p:txBody>
      </p:sp>
    </p:spTree>
    <p:extLst>
      <p:ext uri="{BB962C8B-B14F-4D97-AF65-F5344CB8AC3E}">
        <p14:creationId xmlns:p14="http://schemas.microsoft.com/office/powerpoint/2010/main" val="4262341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B44781-2580-4F2A-9D39-44478B8D1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0507" y="336109"/>
            <a:ext cx="8170986" cy="6185782"/>
          </a:xfrm>
          <a:prstGeom prst="rect">
            <a:avLst/>
          </a:prstGeom>
          <a:ln w="57150">
            <a:solidFill>
              <a:schemeClr val="tx1"/>
            </a:solidFill>
          </a:ln>
        </p:spPr>
      </p:pic>
    </p:spTree>
    <p:extLst>
      <p:ext uri="{BB962C8B-B14F-4D97-AF65-F5344CB8AC3E}">
        <p14:creationId xmlns:p14="http://schemas.microsoft.com/office/powerpoint/2010/main" val="1705182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028C98-C685-464A-B485-85458F426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1175" y="185642"/>
            <a:ext cx="8629650" cy="6486716"/>
          </a:xfrm>
          <a:prstGeom prst="rect">
            <a:avLst/>
          </a:prstGeom>
        </p:spPr>
      </p:pic>
    </p:spTree>
    <p:extLst>
      <p:ext uri="{BB962C8B-B14F-4D97-AF65-F5344CB8AC3E}">
        <p14:creationId xmlns:p14="http://schemas.microsoft.com/office/powerpoint/2010/main" val="2984057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B1C5-381F-4C17-BB12-C9777FE36044}"/>
              </a:ext>
            </a:extLst>
          </p:cNvPr>
          <p:cNvSpPr>
            <a:spLocks noGrp="1"/>
          </p:cNvSpPr>
          <p:nvPr>
            <p:ph type="title"/>
          </p:nvPr>
        </p:nvSpPr>
        <p:spPr/>
        <p:txBody>
          <a:bodyPr/>
          <a:lstStyle/>
          <a:p>
            <a:r>
              <a:rPr lang="en-US" dirty="0"/>
              <a:t>Types of mesenteric ischemia</a:t>
            </a:r>
          </a:p>
        </p:txBody>
      </p:sp>
      <p:sp>
        <p:nvSpPr>
          <p:cNvPr id="3" name="Content Placeholder 2">
            <a:extLst>
              <a:ext uri="{FF2B5EF4-FFF2-40B4-BE49-F238E27FC236}">
                <a16:creationId xmlns:a16="http://schemas.microsoft.com/office/drawing/2014/main" id="{40E9E8AF-1316-4A4C-A25D-CD7927DC2DAA}"/>
              </a:ext>
            </a:extLst>
          </p:cNvPr>
          <p:cNvSpPr>
            <a:spLocks noGrp="1"/>
          </p:cNvSpPr>
          <p:nvPr>
            <p:ph idx="1"/>
          </p:nvPr>
        </p:nvSpPr>
        <p:spPr/>
        <p:txBody>
          <a:bodyPr>
            <a:normAutofit/>
          </a:bodyPr>
          <a:lstStyle/>
          <a:p>
            <a:pPr marL="0" indent="0" algn="ctr">
              <a:buNone/>
            </a:pPr>
            <a:r>
              <a:rPr lang="en-US" sz="3600" dirty="0"/>
              <a:t>1. Acute mesenteric ischemia</a:t>
            </a:r>
          </a:p>
          <a:p>
            <a:pPr marL="0" indent="0" algn="ctr">
              <a:buNone/>
            </a:pPr>
            <a:r>
              <a:rPr lang="en-US" sz="3600" dirty="0"/>
              <a:t>2. Chronic mesenteric ischemia</a:t>
            </a:r>
          </a:p>
        </p:txBody>
      </p:sp>
    </p:spTree>
    <p:extLst>
      <p:ext uri="{BB962C8B-B14F-4D97-AF65-F5344CB8AC3E}">
        <p14:creationId xmlns:p14="http://schemas.microsoft.com/office/powerpoint/2010/main" val="1988882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B1C5-381F-4C17-BB12-C9777FE36044}"/>
              </a:ext>
            </a:extLst>
          </p:cNvPr>
          <p:cNvSpPr>
            <a:spLocks noGrp="1"/>
          </p:cNvSpPr>
          <p:nvPr>
            <p:ph type="title"/>
          </p:nvPr>
        </p:nvSpPr>
        <p:spPr/>
        <p:txBody>
          <a:bodyPr/>
          <a:lstStyle/>
          <a:p>
            <a:r>
              <a:rPr lang="en-US" dirty="0"/>
              <a:t>Types of mesenteric ischemia</a:t>
            </a:r>
          </a:p>
        </p:txBody>
      </p:sp>
      <p:sp>
        <p:nvSpPr>
          <p:cNvPr id="3" name="Content Placeholder 2">
            <a:extLst>
              <a:ext uri="{FF2B5EF4-FFF2-40B4-BE49-F238E27FC236}">
                <a16:creationId xmlns:a16="http://schemas.microsoft.com/office/drawing/2014/main" id="{40E9E8AF-1316-4A4C-A25D-CD7927DC2DAA}"/>
              </a:ext>
            </a:extLst>
          </p:cNvPr>
          <p:cNvSpPr>
            <a:spLocks noGrp="1"/>
          </p:cNvSpPr>
          <p:nvPr>
            <p:ph idx="1"/>
          </p:nvPr>
        </p:nvSpPr>
        <p:spPr/>
        <p:txBody>
          <a:bodyPr>
            <a:normAutofit/>
          </a:bodyPr>
          <a:lstStyle/>
          <a:p>
            <a:pPr marL="0" indent="0" algn="ctr">
              <a:buNone/>
            </a:pPr>
            <a:r>
              <a:rPr lang="en-US" sz="3600" b="1" dirty="0">
                <a:highlight>
                  <a:srgbClr val="FFFF00"/>
                </a:highlight>
              </a:rPr>
              <a:t>1. Acute mesenteric ischemia</a:t>
            </a:r>
          </a:p>
          <a:p>
            <a:pPr marL="0" indent="0" algn="ctr">
              <a:buNone/>
            </a:pPr>
            <a:r>
              <a:rPr lang="en-US" sz="3600" dirty="0"/>
              <a:t>2. Chronic mesenteric ischemia</a:t>
            </a:r>
          </a:p>
        </p:txBody>
      </p:sp>
    </p:spTree>
    <p:extLst>
      <p:ext uri="{BB962C8B-B14F-4D97-AF65-F5344CB8AC3E}">
        <p14:creationId xmlns:p14="http://schemas.microsoft.com/office/powerpoint/2010/main" val="1741112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ABCDC1E-70DE-415D-8AB5-B3D67EC9E09E}"/>
              </a:ext>
            </a:extLst>
          </p:cNvPr>
          <p:cNvGraphicFramePr>
            <a:graphicFrameLocks noGrp="1"/>
          </p:cNvGraphicFramePr>
          <p:nvPr>
            <p:ph idx="1"/>
            <p:extLst>
              <p:ext uri="{D42A27DB-BD31-4B8C-83A1-F6EECF244321}">
                <p14:modId xmlns:p14="http://schemas.microsoft.com/office/powerpoint/2010/main" val="4033006012"/>
              </p:ext>
            </p:extLst>
          </p:nvPr>
        </p:nvGraphicFramePr>
        <p:xfrm>
          <a:off x="70337" y="87923"/>
          <a:ext cx="12019085" cy="6708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7897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ABCDC1E-70DE-415D-8AB5-B3D67EC9E09E}"/>
              </a:ext>
            </a:extLst>
          </p:cNvPr>
          <p:cNvGraphicFramePr>
            <a:graphicFrameLocks noGrp="1"/>
          </p:cNvGraphicFramePr>
          <p:nvPr>
            <p:ph idx="1"/>
            <p:extLst>
              <p:ext uri="{D42A27DB-BD31-4B8C-83A1-F6EECF244321}">
                <p14:modId xmlns:p14="http://schemas.microsoft.com/office/powerpoint/2010/main" val="1750918387"/>
              </p:ext>
            </p:extLst>
          </p:nvPr>
        </p:nvGraphicFramePr>
        <p:xfrm>
          <a:off x="70337" y="87923"/>
          <a:ext cx="12019085" cy="6708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4788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329F4-8620-447A-B8A9-47BE93A14F64}"/>
              </a:ext>
            </a:extLst>
          </p:cNvPr>
          <p:cNvSpPr>
            <a:spLocks noGrp="1"/>
          </p:cNvSpPr>
          <p:nvPr>
            <p:ph type="title"/>
          </p:nvPr>
        </p:nvSpPr>
        <p:spPr/>
        <p:txBody>
          <a:bodyPr/>
          <a:lstStyle/>
          <a:p>
            <a:r>
              <a:rPr lang="en-US" dirty="0"/>
              <a:t>Nonocclusive mesenteric ischemia</a:t>
            </a:r>
          </a:p>
        </p:txBody>
      </p:sp>
      <p:sp>
        <p:nvSpPr>
          <p:cNvPr id="3" name="Content Placeholder 2">
            <a:extLst>
              <a:ext uri="{FF2B5EF4-FFF2-40B4-BE49-F238E27FC236}">
                <a16:creationId xmlns:a16="http://schemas.microsoft.com/office/drawing/2014/main" id="{AB1469A2-CA16-49D7-9D24-683F02F17B60}"/>
              </a:ext>
            </a:extLst>
          </p:cNvPr>
          <p:cNvSpPr>
            <a:spLocks noGrp="1"/>
          </p:cNvSpPr>
          <p:nvPr>
            <p:ph idx="1"/>
          </p:nvPr>
        </p:nvSpPr>
        <p:spPr>
          <a:xfrm>
            <a:off x="838200" y="1825625"/>
            <a:ext cx="5257800" cy="4351338"/>
          </a:xfrm>
        </p:spPr>
        <p:txBody>
          <a:bodyPr>
            <a:normAutofit fontScale="92500"/>
          </a:bodyPr>
          <a:lstStyle/>
          <a:p>
            <a:pPr>
              <a:buFontTx/>
              <a:buChar char="-"/>
            </a:pPr>
            <a:r>
              <a:rPr lang="en-US" dirty="0"/>
              <a:t>Precipitated by reduction in mesenteric perfusion</a:t>
            </a:r>
          </a:p>
          <a:p>
            <a:pPr>
              <a:buFontTx/>
              <a:buChar char="-"/>
            </a:pPr>
            <a:r>
              <a:rPr lang="en-US" dirty="0"/>
              <a:t>Etiologies include:</a:t>
            </a:r>
          </a:p>
          <a:p>
            <a:pPr lvl="1">
              <a:buFontTx/>
              <a:buChar char="-"/>
            </a:pPr>
            <a:r>
              <a:rPr lang="en-US" dirty="0"/>
              <a:t>Shock (cardiac, septic, hypovolemic, etc.)</a:t>
            </a:r>
          </a:p>
          <a:p>
            <a:pPr lvl="1">
              <a:buFontTx/>
              <a:buChar char="-"/>
            </a:pPr>
            <a:r>
              <a:rPr lang="en-US" dirty="0"/>
              <a:t>Potent vasopressors</a:t>
            </a:r>
          </a:p>
          <a:p>
            <a:pPr lvl="1">
              <a:buFontTx/>
              <a:buChar char="-"/>
            </a:pPr>
            <a:r>
              <a:rPr lang="en-US" dirty="0"/>
              <a:t>Arterial spasms (think cocaine)</a:t>
            </a:r>
          </a:p>
          <a:p>
            <a:pPr lvl="1">
              <a:buFontTx/>
              <a:buChar char="-"/>
            </a:pPr>
            <a:r>
              <a:rPr lang="en-US" dirty="0"/>
              <a:t>Celiac artery compression syndrome (i.e. median arcuate ligament)</a:t>
            </a:r>
          </a:p>
          <a:p>
            <a:pPr>
              <a:buFontTx/>
              <a:buChar char="-"/>
            </a:pPr>
            <a:r>
              <a:rPr lang="en-US" dirty="0"/>
              <a:t>Can end up in </a:t>
            </a:r>
            <a:r>
              <a:rPr lang="en-US" b="1" dirty="0"/>
              <a:t>ischemic colitis</a:t>
            </a:r>
          </a:p>
          <a:p>
            <a:pPr>
              <a:buFontTx/>
              <a:buChar char="-"/>
            </a:pPr>
            <a:r>
              <a:rPr lang="en-US" dirty="0"/>
              <a:t>Resolves with supportive measures</a:t>
            </a:r>
          </a:p>
        </p:txBody>
      </p:sp>
      <p:pic>
        <p:nvPicPr>
          <p:cNvPr id="5" name="Picture 4">
            <a:extLst>
              <a:ext uri="{FF2B5EF4-FFF2-40B4-BE49-F238E27FC236}">
                <a16:creationId xmlns:a16="http://schemas.microsoft.com/office/drawing/2014/main" id="{E6A0F9DD-CDAB-47FC-9893-6A5EDBD14121}"/>
              </a:ext>
            </a:extLst>
          </p:cNvPr>
          <p:cNvPicPr>
            <a:picLocks noChangeAspect="1"/>
          </p:cNvPicPr>
          <p:nvPr/>
        </p:nvPicPr>
        <p:blipFill rotWithShape="1">
          <a:blip r:embed="rId2">
            <a:extLst>
              <a:ext uri="{28A0092B-C50C-407E-A947-70E740481C1C}">
                <a14:useLocalDpi xmlns:a14="http://schemas.microsoft.com/office/drawing/2010/main" val="0"/>
              </a:ext>
            </a:extLst>
          </a:blip>
          <a:srcRect t="13889" b="24583"/>
          <a:stretch/>
        </p:blipFill>
        <p:spPr>
          <a:xfrm>
            <a:off x="6096000" y="1825625"/>
            <a:ext cx="6069220" cy="4219575"/>
          </a:xfrm>
          <a:prstGeom prst="rect">
            <a:avLst/>
          </a:prstGeom>
        </p:spPr>
      </p:pic>
    </p:spTree>
    <p:extLst>
      <p:ext uri="{BB962C8B-B14F-4D97-AF65-F5344CB8AC3E}">
        <p14:creationId xmlns:p14="http://schemas.microsoft.com/office/powerpoint/2010/main" val="1641060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fontScale="90000"/>
          </a:bodyPr>
          <a:lstStyle/>
          <a:p>
            <a:pPr algn="ctr"/>
            <a:r>
              <a:rPr lang="en-US" dirty="0"/>
              <a:t>What common </a:t>
            </a:r>
            <a:r>
              <a:rPr lang="en-US" b="1" dirty="0"/>
              <a:t>cardiac medication </a:t>
            </a:r>
            <a:r>
              <a:rPr lang="en-US" dirty="0"/>
              <a:t>can result in acute nonocclusive mesenteric ischemia and ischemic colitis?</a:t>
            </a:r>
          </a:p>
        </p:txBody>
      </p:sp>
    </p:spTree>
    <p:extLst>
      <p:ext uri="{BB962C8B-B14F-4D97-AF65-F5344CB8AC3E}">
        <p14:creationId xmlns:p14="http://schemas.microsoft.com/office/powerpoint/2010/main" val="1633291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fontScale="90000"/>
          </a:bodyPr>
          <a:lstStyle/>
          <a:p>
            <a:pPr algn="ctr"/>
            <a:r>
              <a:rPr lang="en-US" dirty="0"/>
              <a:t>What common </a:t>
            </a:r>
            <a:r>
              <a:rPr lang="en-US" b="1" dirty="0"/>
              <a:t>cardiac medication </a:t>
            </a:r>
            <a:r>
              <a:rPr lang="en-US" dirty="0"/>
              <a:t>can result in acute nonocclusive mesenteric ischemia and ischemic colitis?</a:t>
            </a:r>
          </a:p>
        </p:txBody>
      </p:sp>
      <p:sp>
        <p:nvSpPr>
          <p:cNvPr id="3" name="Title 1">
            <a:extLst>
              <a:ext uri="{FF2B5EF4-FFF2-40B4-BE49-F238E27FC236}">
                <a16:creationId xmlns:a16="http://schemas.microsoft.com/office/drawing/2014/main" id="{5C620015-BDBD-40AE-80B1-1988BDD67175}"/>
              </a:ext>
            </a:extLst>
          </p:cNvPr>
          <p:cNvSpPr txBox="1">
            <a:spLocks/>
          </p:cNvSpPr>
          <p:nvPr/>
        </p:nvSpPr>
        <p:spPr>
          <a:xfrm>
            <a:off x="990600" y="4311588"/>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b="1" dirty="0">
                <a:solidFill>
                  <a:srgbClr val="C00000"/>
                </a:solidFill>
              </a:rPr>
              <a:t>Digoxin</a:t>
            </a:r>
          </a:p>
        </p:txBody>
      </p:sp>
    </p:spTree>
    <p:extLst>
      <p:ext uri="{BB962C8B-B14F-4D97-AF65-F5344CB8AC3E}">
        <p14:creationId xmlns:p14="http://schemas.microsoft.com/office/powerpoint/2010/main" val="12120680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ABCDC1E-70DE-415D-8AB5-B3D67EC9E09E}"/>
              </a:ext>
            </a:extLst>
          </p:cNvPr>
          <p:cNvGraphicFramePr>
            <a:graphicFrameLocks noGrp="1"/>
          </p:cNvGraphicFramePr>
          <p:nvPr>
            <p:ph idx="1"/>
            <p:extLst>
              <p:ext uri="{D42A27DB-BD31-4B8C-83A1-F6EECF244321}">
                <p14:modId xmlns:p14="http://schemas.microsoft.com/office/powerpoint/2010/main" val="2114995944"/>
              </p:ext>
            </p:extLst>
          </p:nvPr>
        </p:nvGraphicFramePr>
        <p:xfrm>
          <a:off x="70337" y="87923"/>
          <a:ext cx="12019085" cy="6708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9698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D73C-A163-4BA2-A2D5-DDD0E3B4B311}"/>
              </a:ext>
            </a:extLst>
          </p:cNvPr>
          <p:cNvSpPr>
            <a:spLocks noGrp="1"/>
          </p:cNvSpPr>
          <p:nvPr>
            <p:ph type="title"/>
          </p:nvPr>
        </p:nvSpPr>
        <p:spPr/>
        <p:txBody>
          <a:bodyPr/>
          <a:lstStyle/>
          <a:p>
            <a:r>
              <a:rPr lang="en-US" dirty="0"/>
              <a:t>Acute mesenteric arterial embolism</a:t>
            </a:r>
          </a:p>
        </p:txBody>
      </p:sp>
      <p:sp>
        <p:nvSpPr>
          <p:cNvPr id="3" name="Content Placeholder 2">
            <a:extLst>
              <a:ext uri="{FF2B5EF4-FFF2-40B4-BE49-F238E27FC236}">
                <a16:creationId xmlns:a16="http://schemas.microsoft.com/office/drawing/2014/main" id="{B00A3A4D-2A4E-42A6-AA68-27B465DFD7B9}"/>
              </a:ext>
            </a:extLst>
          </p:cNvPr>
          <p:cNvSpPr>
            <a:spLocks noGrp="1"/>
          </p:cNvSpPr>
          <p:nvPr>
            <p:ph idx="1"/>
          </p:nvPr>
        </p:nvSpPr>
        <p:spPr/>
        <p:txBody>
          <a:bodyPr/>
          <a:lstStyle/>
          <a:p>
            <a:pPr>
              <a:buFontTx/>
              <a:buChar char="-"/>
            </a:pPr>
            <a:r>
              <a:rPr lang="en-US" dirty="0"/>
              <a:t>Usually arises from cardiac emboli (i.e. a fib, or ventricular thrombosis post MI), proximal aortic embolus from a ruptured plaque, or post aortic catheterization (iatrogenic embolization)</a:t>
            </a:r>
          </a:p>
          <a:p>
            <a:pPr>
              <a:buFontTx/>
              <a:buChar char="-"/>
            </a:pPr>
            <a:r>
              <a:rPr lang="en-US" dirty="0"/>
              <a:t>Most likely to lodge in the SMA, and end up in distal branches causing limited bowel ischemia</a:t>
            </a:r>
          </a:p>
          <a:p>
            <a:pPr>
              <a:buFontTx/>
              <a:buChar char="-"/>
            </a:pPr>
            <a:r>
              <a:rPr lang="en-US" dirty="0"/>
              <a:t>Presentation is the most abrupt, with severe abdominal pain</a:t>
            </a:r>
          </a:p>
        </p:txBody>
      </p:sp>
    </p:spTree>
    <p:extLst>
      <p:ext uri="{BB962C8B-B14F-4D97-AF65-F5344CB8AC3E}">
        <p14:creationId xmlns:p14="http://schemas.microsoft.com/office/powerpoint/2010/main" val="604203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ABCDC1E-70DE-415D-8AB5-B3D67EC9E09E}"/>
              </a:ext>
            </a:extLst>
          </p:cNvPr>
          <p:cNvGraphicFramePr>
            <a:graphicFrameLocks noGrp="1"/>
          </p:cNvGraphicFramePr>
          <p:nvPr>
            <p:ph idx="1"/>
            <p:extLst>
              <p:ext uri="{D42A27DB-BD31-4B8C-83A1-F6EECF244321}">
                <p14:modId xmlns:p14="http://schemas.microsoft.com/office/powerpoint/2010/main" val="2455623539"/>
              </p:ext>
            </p:extLst>
          </p:nvPr>
        </p:nvGraphicFramePr>
        <p:xfrm>
          <a:off x="70337" y="87923"/>
          <a:ext cx="12019085" cy="6708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3261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036E-09C1-41A9-8DE6-F477B521035F}"/>
              </a:ext>
            </a:extLst>
          </p:cNvPr>
          <p:cNvSpPr>
            <a:spLocks noGrp="1"/>
          </p:cNvSpPr>
          <p:nvPr>
            <p:ph type="title"/>
          </p:nvPr>
        </p:nvSpPr>
        <p:spPr/>
        <p:txBody>
          <a:bodyPr/>
          <a:lstStyle/>
          <a:p>
            <a:r>
              <a:rPr lang="en-US" dirty="0"/>
              <a:t>Acute mesenteric arterial thrombosis</a:t>
            </a:r>
          </a:p>
        </p:txBody>
      </p:sp>
      <p:sp>
        <p:nvSpPr>
          <p:cNvPr id="3" name="Content Placeholder 2">
            <a:extLst>
              <a:ext uri="{FF2B5EF4-FFF2-40B4-BE49-F238E27FC236}">
                <a16:creationId xmlns:a16="http://schemas.microsoft.com/office/drawing/2014/main" id="{B279F3A2-7F95-4300-A9BA-759EFE59CC0E}"/>
              </a:ext>
            </a:extLst>
          </p:cNvPr>
          <p:cNvSpPr>
            <a:spLocks noGrp="1"/>
          </p:cNvSpPr>
          <p:nvPr>
            <p:ph idx="1"/>
          </p:nvPr>
        </p:nvSpPr>
        <p:spPr/>
        <p:txBody>
          <a:bodyPr/>
          <a:lstStyle/>
          <a:p>
            <a:pPr>
              <a:buFontTx/>
              <a:buChar char="-"/>
            </a:pPr>
            <a:r>
              <a:rPr lang="en-US" dirty="0"/>
              <a:t>Most likely is the result of atherosclerotic vascular disease</a:t>
            </a:r>
          </a:p>
          <a:p>
            <a:pPr lvl="1">
              <a:buFontTx/>
              <a:buChar char="-"/>
            </a:pPr>
            <a:r>
              <a:rPr lang="en-US" dirty="0"/>
              <a:t>But other causes include: aortic aneurysm, aortic dissection, arteritis (vasculitis), severe dehydration</a:t>
            </a:r>
          </a:p>
          <a:p>
            <a:pPr>
              <a:buFontTx/>
              <a:buChar char="-"/>
            </a:pPr>
            <a:r>
              <a:rPr lang="en-US" dirty="0"/>
              <a:t>This occurs typically in the vessel’s origin (SMA, or celiac trunk) causing extensive bowel involvement</a:t>
            </a:r>
          </a:p>
        </p:txBody>
      </p:sp>
    </p:spTree>
    <p:extLst>
      <p:ext uri="{BB962C8B-B14F-4D97-AF65-F5344CB8AC3E}">
        <p14:creationId xmlns:p14="http://schemas.microsoft.com/office/powerpoint/2010/main" val="428974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ABCDC1E-70DE-415D-8AB5-B3D67EC9E09E}"/>
              </a:ext>
            </a:extLst>
          </p:cNvPr>
          <p:cNvGraphicFramePr>
            <a:graphicFrameLocks noGrp="1"/>
          </p:cNvGraphicFramePr>
          <p:nvPr>
            <p:ph idx="1"/>
            <p:extLst>
              <p:ext uri="{D42A27DB-BD31-4B8C-83A1-F6EECF244321}">
                <p14:modId xmlns:p14="http://schemas.microsoft.com/office/powerpoint/2010/main" val="3561834769"/>
              </p:ext>
            </p:extLst>
          </p:nvPr>
        </p:nvGraphicFramePr>
        <p:xfrm>
          <a:off x="70337" y="87923"/>
          <a:ext cx="12019085" cy="6708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4077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5E90-D4F8-45E8-B596-24189BD4D934}"/>
              </a:ext>
            </a:extLst>
          </p:cNvPr>
          <p:cNvSpPr>
            <a:spLocks noGrp="1"/>
          </p:cNvSpPr>
          <p:nvPr>
            <p:ph type="title"/>
          </p:nvPr>
        </p:nvSpPr>
        <p:spPr/>
        <p:txBody>
          <a:bodyPr/>
          <a:lstStyle/>
          <a:p>
            <a:r>
              <a:rPr lang="en-US" dirty="0"/>
              <a:t>Acute mesenteric venous thrombosis</a:t>
            </a:r>
          </a:p>
        </p:txBody>
      </p:sp>
      <p:sp>
        <p:nvSpPr>
          <p:cNvPr id="3" name="Content Placeholder 2">
            <a:extLst>
              <a:ext uri="{FF2B5EF4-FFF2-40B4-BE49-F238E27FC236}">
                <a16:creationId xmlns:a16="http://schemas.microsoft.com/office/drawing/2014/main" id="{5E0CE1E1-1DFA-4AFC-8E6E-6E448BFEFBBC}"/>
              </a:ext>
            </a:extLst>
          </p:cNvPr>
          <p:cNvSpPr>
            <a:spLocks noGrp="1"/>
          </p:cNvSpPr>
          <p:nvPr>
            <p:ph idx="1"/>
          </p:nvPr>
        </p:nvSpPr>
        <p:spPr/>
        <p:txBody>
          <a:bodyPr/>
          <a:lstStyle/>
          <a:p>
            <a:pPr>
              <a:buFontTx/>
              <a:buChar char="-"/>
            </a:pPr>
            <a:r>
              <a:rPr lang="en-US" dirty="0"/>
              <a:t>About 80 percent of patients have predisposing factors</a:t>
            </a:r>
          </a:p>
          <a:p>
            <a:pPr lvl="1">
              <a:buFontTx/>
              <a:buChar char="-"/>
            </a:pPr>
            <a:r>
              <a:rPr lang="en-US" dirty="0"/>
              <a:t>Hypercoagulability</a:t>
            </a:r>
          </a:p>
          <a:p>
            <a:pPr lvl="1">
              <a:buFontTx/>
              <a:buChar char="-"/>
            </a:pPr>
            <a:r>
              <a:rPr lang="en-US" dirty="0"/>
              <a:t>Venous congestion (i.e. cirrhosis)</a:t>
            </a:r>
          </a:p>
          <a:p>
            <a:pPr lvl="1">
              <a:buFontTx/>
              <a:buChar char="-"/>
            </a:pPr>
            <a:r>
              <a:rPr lang="en-US" dirty="0"/>
              <a:t>Cancer</a:t>
            </a:r>
          </a:p>
          <a:p>
            <a:pPr lvl="1">
              <a:buFontTx/>
              <a:buChar char="-"/>
            </a:pPr>
            <a:r>
              <a:rPr lang="en-US" dirty="0"/>
              <a:t>Intra-abdominal infections</a:t>
            </a:r>
          </a:p>
          <a:p>
            <a:pPr lvl="1">
              <a:buFontTx/>
              <a:buChar char="-"/>
            </a:pPr>
            <a:r>
              <a:rPr lang="en-US" dirty="0"/>
              <a:t>Pancreatitis</a:t>
            </a:r>
          </a:p>
          <a:p>
            <a:pPr lvl="1">
              <a:buFontTx/>
              <a:buChar char="-"/>
            </a:pPr>
            <a:r>
              <a:rPr lang="en-US" dirty="0"/>
              <a:t>Iatrogenic (post intra-abdominal surgery)</a:t>
            </a:r>
          </a:p>
        </p:txBody>
      </p:sp>
    </p:spTree>
    <p:extLst>
      <p:ext uri="{BB962C8B-B14F-4D97-AF65-F5344CB8AC3E}">
        <p14:creationId xmlns:p14="http://schemas.microsoft.com/office/powerpoint/2010/main" val="2553055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802422"/>
            <a:ext cx="10515600" cy="3253156"/>
          </a:xfrm>
        </p:spPr>
        <p:txBody>
          <a:bodyPr>
            <a:normAutofit/>
          </a:bodyPr>
          <a:lstStyle/>
          <a:p>
            <a:pPr algn="ctr"/>
            <a:r>
              <a:rPr lang="en-US" dirty="0"/>
              <a:t>When to suspect mesenteric ischemia?</a:t>
            </a:r>
            <a:br>
              <a:rPr lang="en-US" dirty="0"/>
            </a:br>
            <a:r>
              <a:rPr lang="en-US" dirty="0"/>
              <a:t>i.e. what is the most pathognomonic clinical finding?</a:t>
            </a:r>
          </a:p>
        </p:txBody>
      </p:sp>
    </p:spTree>
    <p:extLst>
      <p:ext uri="{BB962C8B-B14F-4D97-AF65-F5344CB8AC3E}">
        <p14:creationId xmlns:p14="http://schemas.microsoft.com/office/powerpoint/2010/main" val="1282818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802422"/>
            <a:ext cx="10515600" cy="3253156"/>
          </a:xfrm>
        </p:spPr>
        <p:txBody>
          <a:bodyPr>
            <a:normAutofit/>
          </a:bodyPr>
          <a:lstStyle/>
          <a:p>
            <a:pPr algn="ctr"/>
            <a:r>
              <a:rPr lang="en-US" dirty="0"/>
              <a:t>When to suspect mesenteric ischemia?</a:t>
            </a:r>
            <a:br>
              <a:rPr lang="en-US" dirty="0"/>
            </a:br>
            <a:r>
              <a:rPr lang="en-US" dirty="0"/>
              <a:t>i.e. what is the most pathognomonic clinical finding?</a:t>
            </a:r>
          </a:p>
        </p:txBody>
      </p:sp>
      <p:sp>
        <p:nvSpPr>
          <p:cNvPr id="3" name="Title 1">
            <a:extLst>
              <a:ext uri="{FF2B5EF4-FFF2-40B4-BE49-F238E27FC236}">
                <a16:creationId xmlns:a16="http://schemas.microsoft.com/office/drawing/2014/main" id="{DC51175F-B9A7-4FBE-955C-6B8149D8C531}"/>
              </a:ext>
            </a:extLst>
          </p:cNvPr>
          <p:cNvSpPr txBox="1">
            <a:spLocks/>
          </p:cNvSpPr>
          <p:nvPr/>
        </p:nvSpPr>
        <p:spPr>
          <a:xfrm>
            <a:off x="838200" y="3886200"/>
            <a:ext cx="10515600" cy="3253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sz="6600" b="1" dirty="0">
                <a:solidFill>
                  <a:srgbClr val="C00000"/>
                </a:solidFill>
              </a:rPr>
              <a:t>“pain that is disproportionate to physical exam findings”</a:t>
            </a:r>
          </a:p>
        </p:txBody>
      </p:sp>
    </p:spTree>
    <p:extLst>
      <p:ext uri="{BB962C8B-B14F-4D97-AF65-F5344CB8AC3E}">
        <p14:creationId xmlns:p14="http://schemas.microsoft.com/office/powerpoint/2010/main" val="1461144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How to differentiate?</a:t>
            </a:r>
          </a:p>
        </p:txBody>
      </p:sp>
    </p:spTree>
    <p:extLst>
      <p:ext uri="{BB962C8B-B14F-4D97-AF65-F5344CB8AC3E}">
        <p14:creationId xmlns:p14="http://schemas.microsoft.com/office/powerpoint/2010/main" val="7757014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10F80C-73FE-4CEF-85F9-BB7B43D98264}"/>
              </a:ext>
            </a:extLst>
          </p:cNvPr>
          <p:cNvGraphicFramePr>
            <a:graphicFrameLocks noGrp="1"/>
          </p:cNvGraphicFramePr>
          <p:nvPr>
            <p:extLst>
              <p:ext uri="{D42A27DB-BD31-4B8C-83A1-F6EECF244321}">
                <p14:modId xmlns:p14="http://schemas.microsoft.com/office/powerpoint/2010/main" val="939501406"/>
              </p:ext>
            </p:extLst>
          </p:nvPr>
        </p:nvGraphicFramePr>
        <p:xfrm>
          <a:off x="492369" y="702080"/>
          <a:ext cx="11353310" cy="5618334"/>
        </p:xfrm>
        <a:graphic>
          <a:graphicData uri="http://schemas.openxmlformats.org/drawingml/2006/table">
            <a:tbl>
              <a:tblPr firstRow="1" bandRow="1">
                <a:tableStyleId>{5940675A-B579-460E-94D1-54222C63F5DA}</a:tableStyleId>
              </a:tblPr>
              <a:tblGrid>
                <a:gridCol w="2270662">
                  <a:extLst>
                    <a:ext uri="{9D8B030D-6E8A-4147-A177-3AD203B41FA5}">
                      <a16:colId xmlns:a16="http://schemas.microsoft.com/office/drawing/2014/main" val="265554489"/>
                    </a:ext>
                  </a:extLst>
                </a:gridCol>
                <a:gridCol w="2270662">
                  <a:extLst>
                    <a:ext uri="{9D8B030D-6E8A-4147-A177-3AD203B41FA5}">
                      <a16:colId xmlns:a16="http://schemas.microsoft.com/office/drawing/2014/main" val="4086437674"/>
                    </a:ext>
                  </a:extLst>
                </a:gridCol>
                <a:gridCol w="2270662">
                  <a:extLst>
                    <a:ext uri="{9D8B030D-6E8A-4147-A177-3AD203B41FA5}">
                      <a16:colId xmlns:a16="http://schemas.microsoft.com/office/drawing/2014/main" val="1154670991"/>
                    </a:ext>
                  </a:extLst>
                </a:gridCol>
                <a:gridCol w="2270662">
                  <a:extLst>
                    <a:ext uri="{9D8B030D-6E8A-4147-A177-3AD203B41FA5}">
                      <a16:colId xmlns:a16="http://schemas.microsoft.com/office/drawing/2014/main" val="2690129832"/>
                    </a:ext>
                  </a:extLst>
                </a:gridCol>
                <a:gridCol w="2270662">
                  <a:extLst>
                    <a:ext uri="{9D8B030D-6E8A-4147-A177-3AD203B41FA5}">
                      <a16:colId xmlns:a16="http://schemas.microsoft.com/office/drawing/2014/main" val="1098289347"/>
                    </a:ext>
                  </a:extLst>
                </a:gridCol>
              </a:tblGrid>
              <a:tr h="714538">
                <a:tc>
                  <a:txBody>
                    <a:bodyPr/>
                    <a:lstStyle/>
                    <a:p>
                      <a:pPr algn="ctr" rtl="0"/>
                      <a:endParaRPr lang="en-US" dirty="0">
                        <a:latin typeface="Quadraat" panose="02000503060000090004" pitchFamily="2"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3">
                  <a:txBody>
                    <a:bodyPr/>
                    <a:lstStyle/>
                    <a:p>
                      <a:pPr algn="ctr" rtl="0"/>
                      <a:r>
                        <a:rPr lang="en-US" sz="2400" dirty="0">
                          <a:latin typeface="Quadraat" panose="02000503060000090004" pitchFamily="2" charset="0"/>
                        </a:rPr>
                        <a:t>Arterial</a:t>
                      </a:r>
                    </a:p>
                  </a:txBody>
                  <a:tcPr anchor="ctr">
                    <a:lnL w="12700" cap="flat" cmpd="sng" algn="ctr">
                      <a:solidFill>
                        <a:schemeClr val="tx1"/>
                      </a:solidFill>
                      <a:prstDash val="solid"/>
                      <a:round/>
                      <a:headEnd type="none" w="med" len="med"/>
                      <a:tailEnd type="none" w="med" len="med"/>
                    </a:lnL>
                  </a:tcPr>
                </a:tc>
                <a:tc hMerge="1">
                  <a:txBody>
                    <a:bodyPr/>
                    <a:lstStyle/>
                    <a:p>
                      <a:pPr algn="ctr" rtl="0"/>
                      <a:endParaRPr lang="en-US" dirty="0"/>
                    </a:p>
                  </a:txBody>
                  <a:tcPr anchor="ctr"/>
                </a:tc>
                <a:tc hMerge="1">
                  <a:txBody>
                    <a:bodyPr/>
                    <a:lstStyle/>
                    <a:p>
                      <a:pPr algn="ctr" rtl="0"/>
                      <a:endParaRPr lang="en-US" dirty="0"/>
                    </a:p>
                  </a:txBody>
                  <a:tcPr anchor="ctr"/>
                </a:tc>
                <a:tc>
                  <a:txBody>
                    <a:bodyPr/>
                    <a:lstStyle/>
                    <a:p>
                      <a:pPr algn="ctr" rtl="0"/>
                      <a:r>
                        <a:rPr lang="en-US" sz="2400" dirty="0">
                          <a:latin typeface="Quadraat" panose="02000503060000090004" pitchFamily="2" charset="0"/>
                        </a:rPr>
                        <a:t>Venous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649135"/>
                  </a:ext>
                </a:extLst>
              </a:tr>
              <a:tr h="714538">
                <a:tc>
                  <a:txBody>
                    <a:bodyPr/>
                    <a:lstStyle/>
                    <a:p>
                      <a:pPr algn="ctr" rtl="0"/>
                      <a:endParaRPr lang="en-US" dirty="0">
                        <a:latin typeface="Quadraat" panose="02000503060000090004" pitchFamily="2"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gridSpan="2">
                  <a:txBody>
                    <a:bodyPr/>
                    <a:lstStyle/>
                    <a:p>
                      <a:pPr algn="ctr" rtl="0"/>
                      <a:r>
                        <a:rPr lang="en-US" sz="2000" dirty="0">
                          <a:latin typeface="Quadraat" panose="02000503060000090004" pitchFamily="2" charset="0"/>
                        </a:rPr>
                        <a:t>Occlusive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rtl="0"/>
                      <a:endParaRPr lang="en-US" dirty="0"/>
                    </a:p>
                  </a:txBody>
                  <a:tcPr anchor="ctr">
                    <a:lnL w="12700" cap="flat" cmpd="sng" algn="ctr">
                      <a:solidFill>
                        <a:schemeClr val="tx1"/>
                      </a:solidFill>
                      <a:prstDash val="solid"/>
                      <a:round/>
                      <a:headEnd type="none" w="med" len="med"/>
                      <a:tailEnd type="none" w="med" len="med"/>
                    </a:lnL>
                  </a:tcPr>
                </a:tc>
                <a:tc>
                  <a:txBody>
                    <a:bodyPr/>
                    <a:lstStyle/>
                    <a:p>
                      <a:pPr algn="ctr" rtl="0"/>
                      <a:r>
                        <a:rPr lang="en-US" sz="2000" dirty="0">
                          <a:latin typeface="Quadraat" panose="02000503060000090004" pitchFamily="2" charset="0"/>
                        </a:rPr>
                        <a:t>Nonocclusive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endParaRPr lang="en-US" dirty="0">
                        <a:latin typeface="Quadraat" panose="02000503060000090004"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56823958"/>
                  </a:ext>
                </a:extLst>
              </a:tr>
              <a:tr h="714538">
                <a:tc>
                  <a:txBody>
                    <a:bodyPr/>
                    <a:lstStyle/>
                    <a:p>
                      <a:pPr algn="ctr" rtl="0"/>
                      <a:endParaRPr lang="en-US" dirty="0">
                        <a:latin typeface="Quadraat" panose="02000503060000090004" pitchFamily="2"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b="1" dirty="0">
                          <a:latin typeface="Quadraat" panose="02000503060000090004" pitchFamily="2" charset="0"/>
                        </a:rPr>
                        <a:t>Acute mesenteric arterial embolism</a:t>
                      </a:r>
                    </a:p>
                  </a:txBody>
                  <a:tcPr anchor="ctr">
                    <a:lnL w="12700" cap="flat" cmpd="sng" algn="ctr">
                      <a:solidFill>
                        <a:schemeClr val="tx1"/>
                      </a:solidFill>
                      <a:prstDash val="solid"/>
                      <a:round/>
                      <a:headEnd type="none" w="med" len="med"/>
                      <a:tailEnd type="none" w="med" len="med"/>
                    </a:lnL>
                  </a:tcPr>
                </a:tc>
                <a:tc>
                  <a:txBody>
                    <a:bodyPr/>
                    <a:lstStyle/>
                    <a:p>
                      <a:pPr algn="ctr" rtl="0"/>
                      <a:r>
                        <a:rPr lang="en-US" b="1" dirty="0">
                          <a:latin typeface="Quadraat" panose="02000503060000090004" pitchFamily="2" charset="0"/>
                        </a:rPr>
                        <a:t>Acute mesenteric arterial thrombosis</a:t>
                      </a:r>
                    </a:p>
                  </a:txBody>
                  <a:tcPr anchor="ctr"/>
                </a:tc>
                <a:tc>
                  <a:txBody>
                    <a:bodyPr/>
                    <a:lstStyle/>
                    <a:p>
                      <a:pPr algn="ctr" rtl="0"/>
                      <a:r>
                        <a:rPr lang="en-US" b="1" dirty="0">
                          <a:latin typeface="Quadraat" panose="02000503060000090004" pitchFamily="2" charset="0"/>
                        </a:rPr>
                        <a:t>Acute nonocclusive mesenteric ischemia</a:t>
                      </a:r>
                    </a:p>
                  </a:txBody>
                  <a:tcPr anchor="ctr">
                    <a:lnT w="12700" cap="flat" cmpd="sng" algn="ctr">
                      <a:solidFill>
                        <a:schemeClr val="tx1"/>
                      </a:solidFill>
                      <a:prstDash val="solid"/>
                      <a:round/>
                      <a:headEnd type="none" w="med" len="med"/>
                      <a:tailEnd type="none" w="med" len="med"/>
                    </a:lnT>
                  </a:tcPr>
                </a:tc>
                <a:tc>
                  <a:txBody>
                    <a:bodyPr/>
                    <a:lstStyle/>
                    <a:p>
                      <a:pPr algn="ctr" rtl="0"/>
                      <a:r>
                        <a:rPr lang="en-US" b="1" dirty="0">
                          <a:latin typeface="Quadraat" panose="02000503060000090004" pitchFamily="2" charset="0"/>
                        </a:rPr>
                        <a:t>Acute mesenteric venous thrombosis</a:t>
                      </a:r>
                    </a:p>
                  </a:txBody>
                  <a:tcPr anchor="ctr">
                    <a:lnT w="12700" cmpd="sng">
                      <a:noFill/>
                    </a:lnT>
                  </a:tcPr>
                </a:tc>
                <a:extLst>
                  <a:ext uri="{0D108BD9-81ED-4DB2-BD59-A6C34878D82A}">
                    <a16:rowId xmlns:a16="http://schemas.microsoft.com/office/drawing/2014/main" val="3353957686"/>
                  </a:ext>
                </a:extLst>
              </a:tr>
              <a:tr h="714538">
                <a:tc>
                  <a:txBody>
                    <a:bodyPr/>
                    <a:lstStyle/>
                    <a:p>
                      <a:pPr algn="ctr" rtl="0"/>
                      <a:r>
                        <a:rPr lang="en-US" b="1" dirty="0">
                          <a:latin typeface="Quadraat" panose="02000503060000090004" pitchFamily="2" charset="0"/>
                        </a:rPr>
                        <a:t>Shared signs</a:t>
                      </a:r>
                    </a:p>
                  </a:txBody>
                  <a:tcPr anchor="ctr">
                    <a:lnT w="12700" cap="flat" cmpd="sng" algn="ctr">
                      <a:solidFill>
                        <a:schemeClr val="tx1"/>
                      </a:solidFill>
                      <a:prstDash val="solid"/>
                      <a:round/>
                      <a:headEnd type="none" w="med" len="med"/>
                      <a:tailEnd type="none" w="med" len="med"/>
                    </a:lnT>
                  </a:tcPr>
                </a:tc>
                <a:tc gridSpan="4">
                  <a:txBody>
                    <a:bodyPr/>
                    <a:lstStyle/>
                    <a:p>
                      <a:pPr algn="ctr" rtl="0"/>
                      <a:r>
                        <a:rPr lang="en-US" dirty="0">
                          <a:latin typeface="Quadraat" panose="02000503060000090004" pitchFamily="2" charset="0"/>
                        </a:rPr>
                        <a:t>“pain that is disproportionate to physical exam”</a:t>
                      </a:r>
                    </a:p>
                    <a:p>
                      <a:pPr algn="ctr" rtl="0"/>
                      <a:r>
                        <a:rPr lang="en-US" dirty="0">
                          <a:latin typeface="Quadraat" panose="02000503060000090004" pitchFamily="2" charset="0"/>
                        </a:rPr>
                        <a:t>Pain usually follows embryologic distribution</a:t>
                      </a:r>
                    </a:p>
                    <a:p>
                      <a:pPr algn="ctr" rtl="0"/>
                      <a:r>
                        <a:rPr lang="en-US" dirty="0">
                          <a:latin typeface="Quadraat" panose="02000503060000090004" pitchFamily="2" charset="0"/>
                        </a:rPr>
                        <a:t>Nausea, vomiting and abdominal distension</a:t>
                      </a:r>
                    </a:p>
                    <a:p>
                      <a:pPr algn="ctr" rtl="0"/>
                      <a:r>
                        <a:rPr lang="en-US" b="1" dirty="0">
                          <a:latin typeface="Quadraat" panose="02000503060000090004" pitchFamily="2" charset="0"/>
                        </a:rPr>
                        <a:t>GI bleeding only in 25 percent of cases</a:t>
                      </a:r>
                    </a:p>
                  </a:txBody>
                  <a:tcPr anchor="ctr"/>
                </a:tc>
                <a:tc hMerge="1">
                  <a:txBody>
                    <a:bodyPr/>
                    <a:lstStyle/>
                    <a:p>
                      <a:pPr algn="ctr" rtl="0"/>
                      <a:endParaRPr lang="en-US" dirty="0">
                        <a:latin typeface="Quadraat" panose="02000503060000090004" pitchFamily="2" charset="0"/>
                      </a:endParaRPr>
                    </a:p>
                  </a:txBody>
                  <a:tcPr anchor="ctr"/>
                </a:tc>
                <a:tc hMerge="1">
                  <a:txBody>
                    <a:bodyPr/>
                    <a:lstStyle/>
                    <a:p>
                      <a:pPr algn="ctr" rtl="0"/>
                      <a:endParaRPr lang="en-US" dirty="0">
                        <a:latin typeface="Quadraat" panose="02000503060000090004" pitchFamily="2" charset="0"/>
                      </a:endParaRPr>
                    </a:p>
                  </a:txBody>
                  <a:tcPr anchor="ctr"/>
                </a:tc>
                <a:tc hMerge="1">
                  <a:txBody>
                    <a:bodyPr/>
                    <a:lstStyle/>
                    <a:p>
                      <a:pPr algn="ctr" rtl="0"/>
                      <a:endParaRPr lang="en-US" dirty="0">
                        <a:latin typeface="Quadraat" panose="02000503060000090004" pitchFamily="2" charset="0"/>
                      </a:endParaRPr>
                    </a:p>
                  </a:txBody>
                  <a:tcPr anchor="ctr"/>
                </a:tc>
                <a:extLst>
                  <a:ext uri="{0D108BD9-81ED-4DB2-BD59-A6C34878D82A}">
                    <a16:rowId xmlns:a16="http://schemas.microsoft.com/office/drawing/2014/main" val="1617485599"/>
                  </a:ext>
                </a:extLst>
              </a:tr>
              <a:tr h="714538">
                <a:tc>
                  <a:txBody>
                    <a:bodyPr/>
                    <a:lstStyle/>
                    <a:p>
                      <a:pPr algn="ctr" rtl="0"/>
                      <a:r>
                        <a:rPr lang="en-US" b="1" dirty="0">
                          <a:latin typeface="Quadraat" panose="02000503060000090004" pitchFamily="2" charset="0"/>
                        </a:rPr>
                        <a:t>Characteristic signs</a:t>
                      </a:r>
                    </a:p>
                  </a:txBody>
                  <a:tcPr anchor="ctr"/>
                </a:tc>
                <a:tc>
                  <a:txBody>
                    <a:bodyPr/>
                    <a:lstStyle/>
                    <a:p>
                      <a:pPr algn="ctr" rtl="0"/>
                      <a:r>
                        <a:rPr lang="en-US" dirty="0">
                          <a:latin typeface="Quadraat" panose="02000503060000090004" pitchFamily="2" charset="0"/>
                        </a:rPr>
                        <a:t>Most abrupt and most painful</a:t>
                      </a:r>
                    </a:p>
                    <a:p>
                      <a:pPr algn="ctr" rtl="0"/>
                      <a:r>
                        <a:rPr lang="en-US" dirty="0">
                          <a:latin typeface="Quadraat" panose="02000503060000090004" pitchFamily="2" charset="0"/>
                        </a:rPr>
                        <a:t>“bowel attack”</a:t>
                      </a:r>
                    </a:p>
                  </a:txBody>
                  <a:tcPr anchor="ctr"/>
                </a:tc>
                <a:tc>
                  <a:txBody>
                    <a:bodyPr/>
                    <a:lstStyle/>
                    <a:p>
                      <a:pPr algn="ctr" rtl="0"/>
                      <a:r>
                        <a:rPr lang="en-US" dirty="0">
                          <a:latin typeface="Quadraat" panose="02000503060000090004" pitchFamily="2" charset="0"/>
                        </a:rPr>
                        <a:t>Postprandial pain starting after 30 minutes lasting up to 2-3 hours (abdominal angina)</a:t>
                      </a:r>
                    </a:p>
                    <a:p>
                      <a:pPr algn="ctr" rtl="0"/>
                      <a:r>
                        <a:rPr lang="en-US" dirty="0">
                          <a:latin typeface="Quadraat" panose="02000503060000090004" pitchFamily="2" charset="0"/>
                        </a:rPr>
                        <a:t>More gradual onset, with sudden acute episode</a:t>
                      </a:r>
                    </a:p>
                  </a:txBody>
                  <a:tcPr anchor="ctr"/>
                </a:tc>
                <a:tc>
                  <a:txBody>
                    <a:bodyPr/>
                    <a:lstStyle/>
                    <a:p>
                      <a:pPr algn="ctr" rtl="0"/>
                      <a:r>
                        <a:rPr lang="en-US" dirty="0">
                          <a:latin typeface="Quadraat" panose="02000503060000090004" pitchFamily="2" charset="0"/>
                        </a:rPr>
                        <a:t>Elderly patients, commonly in the ICU setting</a:t>
                      </a:r>
                    </a:p>
                    <a:p>
                      <a:pPr algn="ctr" rtl="0"/>
                      <a:r>
                        <a:rPr lang="en-US" dirty="0">
                          <a:latin typeface="Quadraat" panose="02000503060000090004" pitchFamily="2" charset="0"/>
                        </a:rPr>
                        <a:t>Usually patient sin shock with multiple vasopressors</a:t>
                      </a:r>
                    </a:p>
                  </a:txBody>
                  <a:tcPr anchor="ctr"/>
                </a:tc>
                <a:tc>
                  <a:txBody>
                    <a:bodyPr/>
                    <a:lstStyle/>
                    <a:p>
                      <a:pPr algn="ctr" rtl="0"/>
                      <a:r>
                        <a:rPr lang="en-US" dirty="0">
                          <a:latin typeface="Quadraat" panose="02000503060000090004" pitchFamily="2" charset="0"/>
                        </a:rPr>
                        <a:t>Younger individuals</a:t>
                      </a:r>
                    </a:p>
                    <a:p>
                      <a:pPr algn="ctr" rtl="0"/>
                      <a:r>
                        <a:rPr lang="en-US" dirty="0">
                          <a:latin typeface="Quadraat" panose="02000503060000090004" pitchFamily="2" charset="0"/>
                        </a:rPr>
                        <a:t>Insidious onset, less painful</a:t>
                      </a:r>
                    </a:p>
                    <a:p>
                      <a:pPr algn="ctr" rtl="0"/>
                      <a:r>
                        <a:rPr lang="en-US" dirty="0">
                          <a:latin typeface="Quadraat" panose="02000503060000090004" pitchFamily="2" charset="0"/>
                        </a:rPr>
                        <a:t>History of hypercoagulability (i.e. OCP use)</a:t>
                      </a:r>
                    </a:p>
                  </a:txBody>
                  <a:tcPr anchor="ctr"/>
                </a:tc>
                <a:extLst>
                  <a:ext uri="{0D108BD9-81ED-4DB2-BD59-A6C34878D82A}">
                    <a16:rowId xmlns:a16="http://schemas.microsoft.com/office/drawing/2014/main" val="555270348"/>
                  </a:ext>
                </a:extLst>
              </a:tr>
            </a:tbl>
          </a:graphicData>
        </a:graphic>
      </p:graphicFrame>
    </p:spTree>
    <p:extLst>
      <p:ext uri="{BB962C8B-B14F-4D97-AF65-F5344CB8AC3E}">
        <p14:creationId xmlns:p14="http://schemas.microsoft.com/office/powerpoint/2010/main" val="1185251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811214"/>
            <a:ext cx="10515600" cy="3235572"/>
          </a:xfrm>
        </p:spPr>
        <p:txBody>
          <a:bodyPr>
            <a:normAutofit/>
          </a:bodyPr>
          <a:lstStyle/>
          <a:p>
            <a:pPr algn="ctr"/>
            <a:r>
              <a:rPr lang="en-US" dirty="0"/>
              <a:t>Even with all those symptoms and signs, what would be your </a:t>
            </a:r>
            <a:r>
              <a:rPr lang="en-US" b="1" dirty="0"/>
              <a:t>differential diagnosis </a:t>
            </a:r>
            <a:r>
              <a:rPr lang="en-US" dirty="0"/>
              <a:t>for a patient with all of the above?</a:t>
            </a:r>
          </a:p>
        </p:txBody>
      </p:sp>
    </p:spTree>
    <p:extLst>
      <p:ext uri="{BB962C8B-B14F-4D97-AF65-F5344CB8AC3E}">
        <p14:creationId xmlns:p14="http://schemas.microsoft.com/office/powerpoint/2010/main" val="2122498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971B-F60B-4C6B-9F3B-2D8C52C658B0}"/>
              </a:ext>
            </a:extLst>
          </p:cNvPr>
          <p:cNvSpPr>
            <a:spLocks noGrp="1"/>
          </p:cNvSpPr>
          <p:nvPr>
            <p:ph type="title"/>
          </p:nvPr>
        </p:nvSpPr>
        <p:spPr>
          <a:xfrm>
            <a:off x="-1687286" y="0"/>
            <a:ext cx="15566572" cy="6858000"/>
          </a:xfrm>
        </p:spPr>
        <p:txBody>
          <a:bodyPr>
            <a:noAutofit/>
          </a:bodyPr>
          <a:lstStyle/>
          <a:p>
            <a:pPr algn="ctr"/>
            <a:r>
              <a:rPr lang="en-US" dirty="0"/>
              <a:t>Abdominal Abscess Abdominal Angina Abdominal Aortic Aneurysm Acute Abdomen and Pregnancy Acute Cholecystitis and Biliary Colic Acute Intermittent Porphyria Acute Pancreatitis Acute Pyelonephritis Aortic Dissection Appendicitis Bacterial Pneumonia Bacterial Sepsis Biliary Disease Biliary Obstruction </a:t>
            </a:r>
            <a:r>
              <a:rPr lang="en-US" dirty="0" err="1"/>
              <a:t>Boerhaave</a:t>
            </a:r>
            <a:r>
              <a:rPr lang="en-US" dirty="0"/>
              <a:t> Syndrome Cholangitis Cholecystitis Diverticulitis Ectopic Pregnancy Esophageal Rupture Gallstones (Cholelithiasis) Gastric Volvulus Helicobacter Pylori Infection Hypovolemic Shock Postoperative Ileus Intestinal Perforation Lactic Acidosis Large-Bowel Obstruction Multiple Organ Dysfunction Syndrome in Sepsis Myocardial Infarction Nephrolithiasis Pneumothorax Imaging Septic Shock Small-Bowel Obstruction Testicular Torsion Imaging</a:t>
            </a:r>
          </a:p>
        </p:txBody>
      </p:sp>
    </p:spTree>
    <p:extLst>
      <p:ext uri="{BB962C8B-B14F-4D97-AF65-F5344CB8AC3E}">
        <p14:creationId xmlns:p14="http://schemas.microsoft.com/office/powerpoint/2010/main" val="3999968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971B-F60B-4C6B-9F3B-2D8C52C658B0}"/>
              </a:ext>
            </a:extLst>
          </p:cNvPr>
          <p:cNvSpPr>
            <a:spLocks noGrp="1"/>
          </p:cNvSpPr>
          <p:nvPr>
            <p:ph type="title"/>
          </p:nvPr>
        </p:nvSpPr>
        <p:spPr>
          <a:xfrm>
            <a:off x="-1687286" y="0"/>
            <a:ext cx="15566572" cy="6858000"/>
          </a:xfrm>
        </p:spPr>
        <p:txBody>
          <a:bodyPr>
            <a:noAutofit/>
          </a:bodyPr>
          <a:lstStyle/>
          <a:p>
            <a:pPr algn="ctr"/>
            <a:r>
              <a:rPr lang="en-US" dirty="0">
                <a:solidFill>
                  <a:schemeClr val="bg2">
                    <a:lumMod val="90000"/>
                  </a:schemeClr>
                </a:solidFill>
              </a:rPr>
              <a:t>Abdominal Abscess Abdominal Angina Abdominal Aortic Aneurysm Acute Abdomen and Pregnancy Acute Cholecystitis and Biliary Colic Acute Intermittent Porphyria Acute Pancreatitis Acute Pyelonephritis Aortic Dissection Appendicitis Bacterial Pneumonia Bacterial Sepsis Biliary Disease Biliary Obstruction </a:t>
            </a:r>
            <a:r>
              <a:rPr lang="en-US" dirty="0" err="1">
                <a:solidFill>
                  <a:schemeClr val="bg2">
                    <a:lumMod val="90000"/>
                  </a:schemeClr>
                </a:solidFill>
              </a:rPr>
              <a:t>Boerhaave</a:t>
            </a:r>
            <a:r>
              <a:rPr lang="en-US" dirty="0">
                <a:solidFill>
                  <a:schemeClr val="bg2">
                    <a:lumMod val="90000"/>
                  </a:schemeClr>
                </a:solidFill>
              </a:rPr>
              <a:t> Syndrome Cholangitis Cholecystitis Diverticulitis Ectopic Pregnancy Esophageal Rupture Gallstones (Cholelithiasis) Gastric Volvulus Helicobacter Pylori Infection Hypovolemic Shock Postoperative Ileus Intestinal Perforation Lactic Acidosis Large-Bowel Obstruction Multiple Organ Dysfunction Syndrome in Sepsis Myocardial Infarction Nephrolithiasis Pneumothorax Imaging Septic Shock Small-Bowel Obstruction Testicular Torsion Imaging</a:t>
            </a:r>
          </a:p>
        </p:txBody>
      </p:sp>
      <p:sp>
        <p:nvSpPr>
          <p:cNvPr id="3" name="Title 1">
            <a:extLst>
              <a:ext uri="{FF2B5EF4-FFF2-40B4-BE49-F238E27FC236}">
                <a16:creationId xmlns:a16="http://schemas.microsoft.com/office/drawing/2014/main" id="{B46D1B68-F05E-460A-BE6B-49C951F5036B}"/>
              </a:ext>
            </a:extLst>
          </p:cNvPr>
          <p:cNvSpPr txBox="1">
            <a:spLocks/>
          </p:cNvSpPr>
          <p:nvPr/>
        </p:nvSpPr>
        <p:spPr>
          <a:xfrm>
            <a:off x="2024743" y="1981200"/>
            <a:ext cx="8142514" cy="24384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sz="6600" b="1" dirty="0"/>
              <a:t>Just to name a couple.</a:t>
            </a:r>
          </a:p>
        </p:txBody>
      </p:sp>
    </p:spTree>
    <p:extLst>
      <p:ext uri="{BB962C8B-B14F-4D97-AF65-F5344CB8AC3E}">
        <p14:creationId xmlns:p14="http://schemas.microsoft.com/office/powerpoint/2010/main" val="3456188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Work-up and diagnostic modalities</a:t>
            </a:r>
          </a:p>
        </p:txBody>
      </p:sp>
    </p:spTree>
    <p:extLst>
      <p:ext uri="{BB962C8B-B14F-4D97-AF65-F5344CB8AC3E}">
        <p14:creationId xmlns:p14="http://schemas.microsoft.com/office/powerpoint/2010/main" val="87980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2E2FC-0715-417B-8DEC-F621E73A0E33}"/>
              </a:ext>
            </a:extLst>
          </p:cNvPr>
          <p:cNvSpPr>
            <a:spLocks noGrp="1"/>
          </p:cNvSpPr>
          <p:nvPr>
            <p:ph type="title"/>
          </p:nvPr>
        </p:nvSpPr>
        <p:spPr/>
        <p:txBody>
          <a:bodyPr/>
          <a:lstStyle/>
          <a:p>
            <a:r>
              <a:rPr lang="en-US" dirty="0"/>
              <a:t>Laboratory studies</a:t>
            </a:r>
          </a:p>
        </p:txBody>
      </p:sp>
      <p:sp>
        <p:nvSpPr>
          <p:cNvPr id="3" name="Content Placeholder 2">
            <a:extLst>
              <a:ext uri="{FF2B5EF4-FFF2-40B4-BE49-F238E27FC236}">
                <a16:creationId xmlns:a16="http://schemas.microsoft.com/office/drawing/2014/main" id="{7972A9DB-59E8-4AD5-93CD-3FF01CE1E6BE}"/>
              </a:ext>
            </a:extLst>
          </p:cNvPr>
          <p:cNvSpPr>
            <a:spLocks noGrp="1"/>
          </p:cNvSpPr>
          <p:nvPr>
            <p:ph idx="1"/>
          </p:nvPr>
        </p:nvSpPr>
        <p:spPr/>
        <p:txBody>
          <a:bodyPr/>
          <a:lstStyle/>
          <a:p>
            <a:pPr>
              <a:buFontTx/>
              <a:buChar char="-"/>
            </a:pPr>
            <a:r>
              <a:rPr lang="en-US" dirty="0"/>
              <a:t>Unlike myocardial ischemia, there is no “troponin” and “CK-MB” test for mesenteric ischemia</a:t>
            </a:r>
          </a:p>
          <a:p>
            <a:pPr>
              <a:buFontTx/>
              <a:buChar char="-"/>
            </a:pPr>
            <a:r>
              <a:rPr lang="en-US" dirty="0"/>
              <a:t>Leukocytosis and left-shift in &lt;50 percent of all cases</a:t>
            </a:r>
          </a:p>
          <a:p>
            <a:pPr>
              <a:buFontTx/>
              <a:buChar char="-"/>
            </a:pPr>
            <a:r>
              <a:rPr lang="en-US" dirty="0"/>
              <a:t>Lactic acid is elevated late in the course</a:t>
            </a:r>
          </a:p>
          <a:p>
            <a:pPr lvl="1">
              <a:buFontTx/>
              <a:buChar char="-"/>
            </a:pPr>
            <a:r>
              <a:rPr lang="en-US" dirty="0"/>
              <a:t>However, if lactic acid remains within normal limits, can rule out the diagnosis</a:t>
            </a:r>
          </a:p>
          <a:p>
            <a:pPr>
              <a:buFontTx/>
              <a:buChar char="-"/>
            </a:pPr>
            <a:r>
              <a:rPr lang="en-US" dirty="0"/>
              <a:t>Several studies found a role for D-dimer as an early marker</a:t>
            </a:r>
          </a:p>
          <a:p>
            <a:pPr lvl="1">
              <a:buFontTx/>
              <a:buChar char="-"/>
            </a:pPr>
            <a:r>
              <a:rPr lang="en-US" dirty="0"/>
              <a:t>“again with the D-dimer”…</a:t>
            </a:r>
          </a:p>
        </p:txBody>
      </p:sp>
    </p:spTree>
    <p:extLst>
      <p:ext uri="{BB962C8B-B14F-4D97-AF65-F5344CB8AC3E}">
        <p14:creationId xmlns:p14="http://schemas.microsoft.com/office/powerpoint/2010/main" val="25193391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Imaging studies</a:t>
            </a:r>
          </a:p>
        </p:txBody>
      </p:sp>
    </p:spTree>
    <p:extLst>
      <p:ext uri="{BB962C8B-B14F-4D97-AF65-F5344CB8AC3E}">
        <p14:creationId xmlns:p14="http://schemas.microsoft.com/office/powerpoint/2010/main" val="2278346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A9FAAB-F89A-4910-B9F7-6886773FCD9D}"/>
              </a:ext>
            </a:extLst>
          </p:cNvPr>
          <p:cNvSpPr>
            <a:spLocks noGrp="1"/>
          </p:cNvSpPr>
          <p:nvPr>
            <p:ph type="title"/>
          </p:nvPr>
        </p:nvSpPr>
        <p:spPr>
          <a:xfrm>
            <a:off x="195943" y="261256"/>
            <a:ext cx="5138057" cy="3091544"/>
          </a:xfrm>
        </p:spPr>
        <p:txBody>
          <a:bodyPr>
            <a:normAutofit/>
          </a:bodyPr>
          <a:lstStyle/>
          <a:p>
            <a:pPr algn="ctr"/>
            <a:r>
              <a:rPr lang="en-US" dirty="0">
                <a:solidFill>
                  <a:srgbClr val="FFFFFF"/>
                </a:solidFill>
              </a:rPr>
              <a:t>The good </a:t>
            </a:r>
            <a:r>
              <a:rPr lang="en-US" dirty="0" err="1">
                <a:solidFill>
                  <a:srgbClr val="FFFFFF"/>
                </a:solidFill>
              </a:rPr>
              <a:t>ol</a:t>
            </a:r>
            <a:r>
              <a:rPr lang="en-US" dirty="0">
                <a:solidFill>
                  <a:srgbClr val="FFFFFF"/>
                </a:solidFill>
              </a:rPr>
              <a:t>’ plain abdominal film (“KUB”)</a:t>
            </a:r>
          </a:p>
        </p:txBody>
      </p:sp>
      <p:pic>
        <p:nvPicPr>
          <p:cNvPr id="10" name="Picture 9">
            <a:extLst>
              <a:ext uri="{FF2B5EF4-FFF2-40B4-BE49-F238E27FC236}">
                <a16:creationId xmlns:a16="http://schemas.microsoft.com/office/drawing/2014/main" id="{41683E38-7016-47A9-817E-D0479F008022}"/>
              </a:ext>
            </a:extLst>
          </p:cNvPr>
          <p:cNvPicPr>
            <a:picLocks noChangeAspect="1"/>
          </p:cNvPicPr>
          <p:nvPr/>
        </p:nvPicPr>
        <p:blipFill rotWithShape="1">
          <a:blip r:embed="rId2">
            <a:extLst>
              <a:ext uri="{28A0092B-C50C-407E-A947-70E740481C1C}">
                <a14:useLocalDpi xmlns:a14="http://schemas.microsoft.com/office/drawing/2010/main" val="0"/>
              </a:ext>
            </a:extLst>
          </a:blip>
          <a:srcRect l="1429"/>
          <a:stretch/>
        </p:blipFill>
        <p:spPr>
          <a:xfrm>
            <a:off x="5431972" y="0"/>
            <a:ext cx="6760028" cy="6858000"/>
          </a:xfrm>
          <a:prstGeom prst="rect">
            <a:avLst/>
          </a:prstGeom>
        </p:spPr>
      </p:pic>
    </p:spTree>
    <p:extLst>
      <p:ext uri="{BB962C8B-B14F-4D97-AF65-F5344CB8AC3E}">
        <p14:creationId xmlns:p14="http://schemas.microsoft.com/office/powerpoint/2010/main" val="1170236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A9FAAB-F89A-4910-B9F7-6886773FCD9D}"/>
              </a:ext>
            </a:extLst>
          </p:cNvPr>
          <p:cNvSpPr>
            <a:spLocks noGrp="1"/>
          </p:cNvSpPr>
          <p:nvPr>
            <p:ph type="title"/>
          </p:nvPr>
        </p:nvSpPr>
        <p:spPr>
          <a:xfrm>
            <a:off x="195943" y="261256"/>
            <a:ext cx="5138057" cy="3091544"/>
          </a:xfrm>
        </p:spPr>
        <p:txBody>
          <a:bodyPr>
            <a:normAutofit/>
          </a:bodyPr>
          <a:lstStyle/>
          <a:p>
            <a:pPr algn="ctr"/>
            <a:r>
              <a:rPr lang="en-US" dirty="0">
                <a:solidFill>
                  <a:srgbClr val="FFFFFF"/>
                </a:solidFill>
              </a:rPr>
              <a:t>The good </a:t>
            </a:r>
            <a:r>
              <a:rPr lang="en-US" dirty="0" err="1">
                <a:solidFill>
                  <a:srgbClr val="FFFFFF"/>
                </a:solidFill>
              </a:rPr>
              <a:t>ol</a:t>
            </a:r>
            <a:r>
              <a:rPr lang="en-US" dirty="0">
                <a:solidFill>
                  <a:srgbClr val="FFFFFF"/>
                </a:solidFill>
              </a:rPr>
              <a:t>’ plain abdominal film (“KUB”)</a:t>
            </a:r>
          </a:p>
        </p:txBody>
      </p:sp>
      <p:pic>
        <p:nvPicPr>
          <p:cNvPr id="10" name="Picture 9">
            <a:extLst>
              <a:ext uri="{FF2B5EF4-FFF2-40B4-BE49-F238E27FC236}">
                <a16:creationId xmlns:a16="http://schemas.microsoft.com/office/drawing/2014/main" id="{41683E38-7016-47A9-817E-D0479F008022}"/>
              </a:ext>
            </a:extLst>
          </p:cNvPr>
          <p:cNvPicPr>
            <a:picLocks noChangeAspect="1"/>
          </p:cNvPicPr>
          <p:nvPr/>
        </p:nvPicPr>
        <p:blipFill rotWithShape="1">
          <a:blip r:embed="rId2">
            <a:extLst>
              <a:ext uri="{28A0092B-C50C-407E-A947-70E740481C1C}">
                <a14:useLocalDpi xmlns:a14="http://schemas.microsoft.com/office/drawing/2010/main" val="0"/>
              </a:ext>
            </a:extLst>
          </a:blip>
          <a:srcRect l="1429"/>
          <a:stretch/>
        </p:blipFill>
        <p:spPr>
          <a:xfrm>
            <a:off x="5431972" y="0"/>
            <a:ext cx="6760028" cy="6858000"/>
          </a:xfrm>
          <a:prstGeom prst="rect">
            <a:avLst/>
          </a:prstGeom>
        </p:spPr>
      </p:pic>
      <p:pic>
        <p:nvPicPr>
          <p:cNvPr id="4" name="Picture 3">
            <a:extLst>
              <a:ext uri="{FF2B5EF4-FFF2-40B4-BE49-F238E27FC236}">
                <a16:creationId xmlns:a16="http://schemas.microsoft.com/office/drawing/2014/main" id="{A22CB56D-60B4-4947-BB63-6497B19B5488}"/>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3738877">
            <a:off x="9494906" y="1473979"/>
            <a:ext cx="556760" cy="806746"/>
          </a:xfrm>
          <a:prstGeom prst="rect">
            <a:avLst/>
          </a:prstGeom>
        </p:spPr>
      </p:pic>
    </p:spTree>
    <p:extLst>
      <p:ext uri="{BB962C8B-B14F-4D97-AF65-F5344CB8AC3E}">
        <p14:creationId xmlns:p14="http://schemas.microsoft.com/office/powerpoint/2010/main" val="37984951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A9FAAB-F89A-4910-B9F7-6886773FCD9D}"/>
              </a:ext>
            </a:extLst>
          </p:cNvPr>
          <p:cNvSpPr>
            <a:spLocks noGrp="1"/>
          </p:cNvSpPr>
          <p:nvPr>
            <p:ph type="title"/>
          </p:nvPr>
        </p:nvSpPr>
        <p:spPr>
          <a:xfrm>
            <a:off x="195943" y="261256"/>
            <a:ext cx="5138057" cy="3091544"/>
          </a:xfrm>
        </p:spPr>
        <p:txBody>
          <a:bodyPr>
            <a:normAutofit/>
          </a:bodyPr>
          <a:lstStyle/>
          <a:p>
            <a:pPr algn="ctr"/>
            <a:r>
              <a:rPr lang="en-US" dirty="0">
                <a:solidFill>
                  <a:srgbClr val="FFFFFF"/>
                </a:solidFill>
              </a:rPr>
              <a:t>The good </a:t>
            </a:r>
            <a:r>
              <a:rPr lang="en-US" dirty="0" err="1">
                <a:solidFill>
                  <a:srgbClr val="FFFFFF"/>
                </a:solidFill>
              </a:rPr>
              <a:t>ol</a:t>
            </a:r>
            <a:r>
              <a:rPr lang="en-US" dirty="0">
                <a:solidFill>
                  <a:srgbClr val="FFFFFF"/>
                </a:solidFill>
              </a:rPr>
              <a:t>’ plain abdominal film (“KUB”)</a:t>
            </a:r>
          </a:p>
        </p:txBody>
      </p:sp>
      <p:pic>
        <p:nvPicPr>
          <p:cNvPr id="10" name="Picture 9">
            <a:extLst>
              <a:ext uri="{FF2B5EF4-FFF2-40B4-BE49-F238E27FC236}">
                <a16:creationId xmlns:a16="http://schemas.microsoft.com/office/drawing/2014/main" id="{41683E38-7016-47A9-817E-D0479F008022}"/>
              </a:ext>
            </a:extLst>
          </p:cNvPr>
          <p:cNvPicPr>
            <a:picLocks noChangeAspect="1"/>
          </p:cNvPicPr>
          <p:nvPr/>
        </p:nvPicPr>
        <p:blipFill rotWithShape="1">
          <a:blip r:embed="rId2">
            <a:extLst>
              <a:ext uri="{28A0092B-C50C-407E-A947-70E740481C1C}">
                <a14:useLocalDpi xmlns:a14="http://schemas.microsoft.com/office/drawing/2010/main" val="0"/>
              </a:ext>
            </a:extLst>
          </a:blip>
          <a:srcRect l="1429"/>
          <a:stretch/>
        </p:blipFill>
        <p:spPr>
          <a:xfrm>
            <a:off x="5431972" y="0"/>
            <a:ext cx="6760028" cy="6858000"/>
          </a:xfrm>
          <a:prstGeom prst="rect">
            <a:avLst/>
          </a:prstGeom>
        </p:spPr>
      </p:pic>
      <p:pic>
        <p:nvPicPr>
          <p:cNvPr id="4" name="Picture 3">
            <a:extLst>
              <a:ext uri="{FF2B5EF4-FFF2-40B4-BE49-F238E27FC236}">
                <a16:creationId xmlns:a16="http://schemas.microsoft.com/office/drawing/2014/main" id="{A22CB56D-60B4-4947-BB63-6497B19B5488}"/>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3738877">
            <a:off x="9494906" y="1473979"/>
            <a:ext cx="556760" cy="806746"/>
          </a:xfrm>
          <a:prstGeom prst="rect">
            <a:avLst/>
          </a:prstGeom>
        </p:spPr>
      </p:pic>
      <p:pic>
        <p:nvPicPr>
          <p:cNvPr id="5" name="Picture 4">
            <a:extLst>
              <a:ext uri="{FF2B5EF4-FFF2-40B4-BE49-F238E27FC236}">
                <a16:creationId xmlns:a16="http://schemas.microsoft.com/office/drawing/2014/main" id="{186EBFB1-542D-46C5-B8F9-0A190F38F47A}"/>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2542443">
            <a:off x="9758916" y="1991694"/>
            <a:ext cx="441104" cy="639160"/>
          </a:xfrm>
          <a:prstGeom prst="rect">
            <a:avLst/>
          </a:prstGeom>
        </p:spPr>
      </p:pic>
    </p:spTree>
    <p:extLst>
      <p:ext uri="{BB962C8B-B14F-4D97-AF65-F5344CB8AC3E}">
        <p14:creationId xmlns:p14="http://schemas.microsoft.com/office/powerpoint/2010/main" val="10697417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1A9FAAB-F89A-4910-B9F7-6886773FCD9D}"/>
              </a:ext>
            </a:extLst>
          </p:cNvPr>
          <p:cNvSpPr>
            <a:spLocks noGrp="1"/>
          </p:cNvSpPr>
          <p:nvPr>
            <p:ph type="title"/>
          </p:nvPr>
        </p:nvSpPr>
        <p:spPr>
          <a:xfrm>
            <a:off x="195943" y="261256"/>
            <a:ext cx="5138057" cy="3091544"/>
          </a:xfrm>
        </p:spPr>
        <p:txBody>
          <a:bodyPr>
            <a:normAutofit/>
          </a:bodyPr>
          <a:lstStyle/>
          <a:p>
            <a:pPr algn="ctr"/>
            <a:r>
              <a:rPr lang="en-US" dirty="0">
                <a:solidFill>
                  <a:srgbClr val="FFFFFF"/>
                </a:solidFill>
              </a:rPr>
              <a:t>The good </a:t>
            </a:r>
            <a:r>
              <a:rPr lang="en-US" dirty="0" err="1">
                <a:solidFill>
                  <a:srgbClr val="FFFFFF"/>
                </a:solidFill>
              </a:rPr>
              <a:t>ol</a:t>
            </a:r>
            <a:r>
              <a:rPr lang="en-US" dirty="0">
                <a:solidFill>
                  <a:srgbClr val="FFFFFF"/>
                </a:solidFill>
              </a:rPr>
              <a:t>’ plain abdominal film (“KUB”)</a:t>
            </a:r>
          </a:p>
        </p:txBody>
      </p:sp>
      <p:pic>
        <p:nvPicPr>
          <p:cNvPr id="10" name="Picture 9">
            <a:extLst>
              <a:ext uri="{FF2B5EF4-FFF2-40B4-BE49-F238E27FC236}">
                <a16:creationId xmlns:a16="http://schemas.microsoft.com/office/drawing/2014/main" id="{41683E38-7016-47A9-817E-D0479F008022}"/>
              </a:ext>
            </a:extLst>
          </p:cNvPr>
          <p:cNvPicPr>
            <a:picLocks noChangeAspect="1"/>
          </p:cNvPicPr>
          <p:nvPr/>
        </p:nvPicPr>
        <p:blipFill rotWithShape="1">
          <a:blip r:embed="rId2">
            <a:extLst>
              <a:ext uri="{28A0092B-C50C-407E-A947-70E740481C1C}">
                <a14:useLocalDpi xmlns:a14="http://schemas.microsoft.com/office/drawing/2010/main" val="0"/>
              </a:ext>
            </a:extLst>
          </a:blip>
          <a:srcRect l="1429"/>
          <a:stretch/>
        </p:blipFill>
        <p:spPr>
          <a:xfrm>
            <a:off x="5431972" y="0"/>
            <a:ext cx="6760028" cy="6858000"/>
          </a:xfrm>
          <a:prstGeom prst="rect">
            <a:avLst/>
          </a:prstGeom>
        </p:spPr>
      </p:pic>
      <p:pic>
        <p:nvPicPr>
          <p:cNvPr id="4" name="Picture 3">
            <a:extLst>
              <a:ext uri="{FF2B5EF4-FFF2-40B4-BE49-F238E27FC236}">
                <a16:creationId xmlns:a16="http://schemas.microsoft.com/office/drawing/2014/main" id="{A22CB56D-60B4-4947-BB63-6497B19B5488}"/>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3738877">
            <a:off x="9494906" y="1473979"/>
            <a:ext cx="556760" cy="806746"/>
          </a:xfrm>
          <a:prstGeom prst="rect">
            <a:avLst/>
          </a:prstGeom>
        </p:spPr>
      </p:pic>
      <p:pic>
        <p:nvPicPr>
          <p:cNvPr id="5" name="Picture 4">
            <a:extLst>
              <a:ext uri="{FF2B5EF4-FFF2-40B4-BE49-F238E27FC236}">
                <a16:creationId xmlns:a16="http://schemas.microsoft.com/office/drawing/2014/main" id="{186EBFB1-542D-46C5-B8F9-0A190F38F47A}"/>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2542443">
            <a:off x="9758916" y="1991694"/>
            <a:ext cx="441104" cy="639160"/>
          </a:xfrm>
          <a:prstGeom prst="rect">
            <a:avLst/>
          </a:prstGeom>
        </p:spPr>
      </p:pic>
      <p:pic>
        <p:nvPicPr>
          <p:cNvPr id="7" name="Picture 6">
            <a:extLst>
              <a:ext uri="{FF2B5EF4-FFF2-40B4-BE49-F238E27FC236}">
                <a16:creationId xmlns:a16="http://schemas.microsoft.com/office/drawing/2014/main" id="{89C29F26-029E-41D9-8EC7-16817C0ACBCB}"/>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16762118">
            <a:off x="10344757" y="1991695"/>
            <a:ext cx="441104" cy="639160"/>
          </a:xfrm>
          <a:prstGeom prst="rect">
            <a:avLst/>
          </a:prstGeom>
        </p:spPr>
      </p:pic>
      <p:pic>
        <p:nvPicPr>
          <p:cNvPr id="8" name="Picture 7">
            <a:extLst>
              <a:ext uri="{FF2B5EF4-FFF2-40B4-BE49-F238E27FC236}">
                <a16:creationId xmlns:a16="http://schemas.microsoft.com/office/drawing/2014/main" id="{A278450B-BC5C-4681-BFE3-F3E6F52B7BD6}"/>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16762118">
            <a:off x="10344756" y="2376434"/>
            <a:ext cx="441104" cy="639160"/>
          </a:xfrm>
          <a:prstGeom prst="rect">
            <a:avLst/>
          </a:prstGeom>
        </p:spPr>
      </p:pic>
      <p:pic>
        <p:nvPicPr>
          <p:cNvPr id="9" name="Picture 8">
            <a:extLst>
              <a:ext uri="{FF2B5EF4-FFF2-40B4-BE49-F238E27FC236}">
                <a16:creationId xmlns:a16="http://schemas.microsoft.com/office/drawing/2014/main" id="{154E1AA3-2498-4532-B940-F00D87DF4F15}"/>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2691722">
            <a:off x="9724943" y="2394855"/>
            <a:ext cx="509049" cy="737613"/>
          </a:xfrm>
          <a:prstGeom prst="rect">
            <a:avLst/>
          </a:prstGeom>
        </p:spPr>
      </p:pic>
      <p:sp>
        <p:nvSpPr>
          <p:cNvPr id="11" name="Title 1">
            <a:extLst>
              <a:ext uri="{FF2B5EF4-FFF2-40B4-BE49-F238E27FC236}">
                <a16:creationId xmlns:a16="http://schemas.microsoft.com/office/drawing/2014/main" id="{145CC4FB-31ED-46D8-86F1-93D5581D071B}"/>
              </a:ext>
            </a:extLst>
          </p:cNvPr>
          <p:cNvSpPr txBox="1">
            <a:spLocks/>
          </p:cNvSpPr>
          <p:nvPr/>
        </p:nvSpPr>
        <p:spPr>
          <a:xfrm>
            <a:off x="195942" y="3505201"/>
            <a:ext cx="5138057" cy="30915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dirty="0">
                <a:solidFill>
                  <a:schemeClr val="accent2">
                    <a:lumMod val="75000"/>
                  </a:schemeClr>
                </a:solidFill>
              </a:rPr>
              <a:t>“Thumbprinting” sign</a:t>
            </a:r>
          </a:p>
        </p:txBody>
      </p:sp>
    </p:spTree>
    <p:extLst>
      <p:ext uri="{BB962C8B-B14F-4D97-AF65-F5344CB8AC3E}">
        <p14:creationId xmlns:p14="http://schemas.microsoft.com/office/powerpoint/2010/main" val="28383974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2D632-DAE2-4D00-8B40-45C0613FB1B6}"/>
              </a:ext>
            </a:extLst>
          </p:cNvPr>
          <p:cNvSpPr>
            <a:spLocks noGrp="1"/>
          </p:cNvSpPr>
          <p:nvPr>
            <p:ph type="title"/>
          </p:nvPr>
        </p:nvSpPr>
        <p:spPr/>
        <p:txBody>
          <a:bodyPr/>
          <a:lstStyle/>
          <a:p>
            <a:r>
              <a:rPr lang="en-US" dirty="0"/>
              <a:t>Abdominal plain x-rays</a:t>
            </a:r>
          </a:p>
        </p:txBody>
      </p:sp>
      <p:sp>
        <p:nvSpPr>
          <p:cNvPr id="3" name="Content Placeholder 2">
            <a:extLst>
              <a:ext uri="{FF2B5EF4-FFF2-40B4-BE49-F238E27FC236}">
                <a16:creationId xmlns:a16="http://schemas.microsoft.com/office/drawing/2014/main" id="{08D18351-EBB1-4D07-B54D-BFB10C5C3610}"/>
              </a:ext>
            </a:extLst>
          </p:cNvPr>
          <p:cNvSpPr>
            <a:spLocks noGrp="1"/>
          </p:cNvSpPr>
          <p:nvPr>
            <p:ph idx="1"/>
          </p:nvPr>
        </p:nvSpPr>
        <p:spPr/>
        <p:txBody>
          <a:bodyPr/>
          <a:lstStyle/>
          <a:p>
            <a:pPr>
              <a:buFontTx/>
              <a:buChar char="-"/>
            </a:pPr>
            <a:r>
              <a:rPr lang="en-US" dirty="0"/>
              <a:t>Often normal in acute (and chronic) mesenteric ischemia</a:t>
            </a:r>
          </a:p>
          <a:p>
            <a:pPr>
              <a:buFontTx/>
              <a:buChar char="-"/>
            </a:pPr>
            <a:r>
              <a:rPr lang="en-US" dirty="0"/>
              <a:t>Can be helpful in detecting air under the diaphragm (perforation)</a:t>
            </a:r>
          </a:p>
          <a:p>
            <a:pPr>
              <a:buFontTx/>
              <a:buChar char="-"/>
            </a:pPr>
            <a:r>
              <a:rPr lang="en-US" dirty="0"/>
              <a:t>“Thumbprinting” can be seen with or without the use of barium enemas</a:t>
            </a:r>
          </a:p>
          <a:p>
            <a:pPr>
              <a:buFontTx/>
              <a:buChar char="-"/>
            </a:pPr>
            <a:r>
              <a:rPr lang="en-US" dirty="0"/>
              <a:t>Pneumatosis intestinalis can be seen in &lt; 30 percent of patients</a:t>
            </a:r>
          </a:p>
          <a:p>
            <a:pPr>
              <a:buFontTx/>
              <a:buChar char="-"/>
            </a:pPr>
            <a:r>
              <a:rPr lang="en-US" dirty="0"/>
              <a:t>Other signs include portal venous gas</a:t>
            </a:r>
          </a:p>
        </p:txBody>
      </p:sp>
    </p:spTree>
    <p:extLst>
      <p:ext uri="{BB962C8B-B14F-4D97-AF65-F5344CB8AC3E}">
        <p14:creationId xmlns:p14="http://schemas.microsoft.com/office/powerpoint/2010/main" val="15999615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CTA of the abdomen and pelvis</a:t>
            </a:r>
          </a:p>
        </p:txBody>
      </p:sp>
    </p:spTree>
    <p:extLst>
      <p:ext uri="{BB962C8B-B14F-4D97-AF65-F5344CB8AC3E}">
        <p14:creationId xmlns:p14="http://schemas.microsoft.com/office/powerpoint/2010/main" val="36735735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0AC37-5D09-4C71-9E3B-5AB963CACDF8}"/>
              </a:ext>
            </a:extLst>
          </p:cNvPr>
          <p:cNvPicPr>
            <a:picLocks noChangeAspect="1"/>
          </p:cNvPicPr>
          <p:nvPr/>
        </p:nvPicPr>
        <p:blipFill rotWithShape="1">
          <a:blip r:embed="rId2">
            <a:extLst>
              <a:ext uri="{28A0092B-C50C-407E-A947-70E740481C1C}">
                <a14:useLocalDpi xmlns:a14="http://schemas.microsoft.com/office/drawing/2010/main" val="0"/>
              </a:ext>
            </a:extLst>
          </a:blip>
          <a:srcRect t="13589"/>
          <a:stretch/>
        </p:blipFill>
        <p:spPr>
          <a:xfrm>
            <a:off x="408851" y="3682067"/>
            <a:ext cx="4163886" cy="3175933"/>
          </a:xfrm>
          <a:prstGeom prst="rect">
            <a:avLst/>
          </a:prstGeom>
        </p:spPr>
      </p:pic>
      <p:pic>
        <p:nvPicPr>
          <p:cNvPr id="7" name="Picture 6">
            <a:extLst>
              <a:ext uri="{FF2B5EF4-FFF2-40B4-BE49-F238E27FC236}">
                <a16:creationId xmlns:a16="http://schemas.microsoft.com/office/drawing/2014/main" id="{BCFB717F-551D-4ACA-A088-01BFD189E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1596" y="3352611"/>
            <a:ext cx="4163886" cy="3476360"/>
          </a:xfrm>
          <a:prstGeom prst="rect">
            <a:avLst/>
          </a:prstGeom>
        </p:spPr>
      </p:pic>
      <p:pic>
        <p:nvPicPr>
          <p:cNvPr id="9" name="Picture 8">
            <a:extLst>
              <a:ext uri="{FF2B5EF4-FFF2-40B4-BE49-F238E27FC236}">
                <a16:creationId xmlns:a16="http://schemas.microsoft.com/office/drawing/2014/main" id="{B3F869F9-93AC-4C37-8857-9A9226789428}"/>
              </a:ext>
            </a:extLst>
          </p:cNvPr>
          <p:cNvPicPr>
            <a:picLocks noChangeAspect="1"/>
          </p:cNvPicPr>
          <p:nvPr/>
        </p:nvPicPr>
        <p:blipFill rotWithShape="1">
          <a:blip r:embed="rId4">
            <a:extLst>
              <a:ext uri="{28A0092B-C50C-407E-A947-70E740481C1C}">
                <a14:useLocalDpi xmlns:a14="http://schemas.microsoft.com/office/drawing/2010/main" val="0"/>
              </a:ext>
            </a:extLst>
          </a:blip>
          <a:srcRect l="2538" t="3046" r="2828" b="3624"/>
          <a:stretch/>
        </p:blipFill>
        <p:spPr>
          <a:xfrm>
            <a:off x="4670534" y="361855"/>
            <a:ext cx="3793819" cy="2769577"/>
          </a:xfrm>
          <a:prstGeom prst="rect">
            <a:avLst/>
          </a:prstGeom>
        </p:spPr>
      </p:pic>
      <p:pic>
        <p:nvPicPr>
          <p:cNvPr id="11" name="Picture 10">
            <a:extLst>
              <a:ext uri="{FF2B5EF4-FFF2-40B4-BE49-F238E27FC236}">
                <a16:creationId xmlns:a16="http://schemas.microsoft.com/office/drawing/2014/main" id="{9AF062E1-2B50-4C1B-BD8E-71FF87E1293A}"/>
              </a:ext>
            </a:extLst>
          </p:cNvPr>
          <p:cNvPicPr>
            <a:picLocks noChangeAspect="1"/>
          </p:cNvPicPr>
          <p:nvPr/>
        </p:nvPicPr>
        <p:blipFill rotWithShape="1">
          <a:blip r:embed="rId5">
            <a:extLst>
              <a:ext uri="{28A0092B-C50C-407E-A947-70E740481C1C}">
                <a14:useLocalDpi xmlns:a14="http://schemas.microsoft.com/office/drawing/2010/main" val="0"/>
              </a:ext>
            </a:extLst>
          </a:blip>
          <a:srcRect l="21802" t="5854" r="51520" b="1840"/>
          <a:stretch/>
        </p:blipFill>
        <p:spPr>
          <a:xfrm>
            <a:off x="9192359" y="140676"/>
            <a:ext cx="2828192" cy="3211934"/>
          </a:xfrm>
          <a:prstGeom prst="rect">
            <a:avLst/>
          </a:prstGeom>
        </p:spPr>
      </p:pic>
      <p:pic>
        <p:nvPicPr>
          <p:cNvPr id="12" name="Picture 11">
            <a:extLst>
              <a:ext uri="{FF2B5EF4-FFF2-40B4-BE49-F238E27FC236}">
                <a16:creationId xmlns:a16="http://schemas.microsoft.com/office/drawing/2014/main" id="{25AA6AD9-3E74-4CB0-B3BC-577A94732EFB}"/>
              </a:ext>
            </a:extLst>
          </p:cNvPr>
          <p:cNvPicPr>
            <a:picLocks noChangeAspect="1"/>
          </p:cNvPicPr>
          <p:nvPr/>
        </p:nvPicPr>
        <p:blipFill rotWithShape="1">
          <a:blip r:embed="rId5">
            <a:extLst>
              <a:ext uri="{28A0092B-C50C-407E-A947-70E740481C1C}">
                <a14:useLocalDpi xmlns:a14="http://schemas.microsoft.com/office/drawing/2010/main" val="0"/>
              </a:ext>
            </a:extLst>
          </a:blip>
          <a:srcRect l="50217" t="6495" r="21331" b="3845"/>
          <a:stretch/>
        </p:blipFill>
        <p:spPr>
          <a:xfrm>
            <a:off x="9020909" y="3352611"/>
            <a:ext cx="3171092" cy="3280022"/>
          </a:xfrm>
          <a:prstGeom prst="rect">
            <a:avLst/>
          </a:prstGeom>
        </p:spPr>
      </p:pic>
    </p:spTree>
    <p:extLst>
      <p:ext uri="{BB962C8B-B14F-4D97-AF65-F5344CB8AC3E}">
        <p14:creationId xmlns:p14="http://schemas.microsoft.com/office/powerpoint/2010/main" val="18225664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0AC37-5D09-4C71-9E3B-5AB963CACDF8}"/>
              </a:ext>
            </a:extLst>
          </p:cNvPr>
          <p:cNvPicPr>
            <a:picLocks noChangeAspect="1"/>
          </p:cNvPicPr>
          <p:nvPr/>
        </p:nvPicPr>
        <p:blipFill rotWithShape="1">
          <a:blip r:embed="rId2">
            <a:extLst>
              <a:ext uri="{28A0092B-C50C-407E-A947-70E740481C1C}">
                <a14:useLocalDpi xmlns:a14="http://schemas.microsoft.com/office/drawing/2010/main" val="0"/>
              </a:ext>
            </a:extLst>
          </a:blip>
          <a:srcRect t="13589"/>
          <a:stretch/>
        </p:blipFill>
        <p:spPr>
          <a:xfrm>
            <a:off x="408851" y="3682067"/>
            <a:ext cx="4163886" cy="3175933"/>
          </a:xfrm>
          <a:prstGeom prst="rect">
            <a:avLst/>
          </a:prstGeom>
        </p:spPr>
      </p:pic>
      <p:pic>
        <p:nvPicPr>
          <p:cNvPr id="7" name="Picture 6">
            <a:extLst>
              <a:ext uri="{FF2B5EF4-FFF2-40B4-BE49-F238E27FC236}">
                <a16:creationId xmlns:a16="http://schemas.microsoft.com/office/drawing/2014/main" id="{BCFB717F-551D-4ACA-A088-01BFD189E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1596" y="3352611"/>
            <a:ext cx="4163886" cy="3476360"/>
          </a:xfrm>
          <a:prstGeom prst="rect">
            <a:avLst/>
          </a:prstGeom>
        </p:spPr>
      </p:pic>
      <p:pic>
        <p:nvPicPr>
          <p:cNvPr id="9" name="Picture 8">
            <a:extLst>
              <a:ext uri="{FF2B5EF4-FFF2-40B4-BE49-F238E27FC236}">
                <a16:creationId xmlns:a16="http://schemas.microsoft.com/office/drawing/2014/main" id="{B3F869F9-93AC-4C37-8857-9A9226789428}"/>
              </a:ext>
            </a:extLst>
          </p:cNvPr>
          <p:cNvPicPr>
            <a:picLocks noChangeAspect="1"/>
          </p:cNvPicPr>
          <p:nvPr/>
        </p:nvPicPr>
        <p:blipFill rotWithShape="1">
          <a:blip r:embed="rId4">
            <a:extLst>
              <a:ext uri="{28A0092B-C50C-407E-A947-70E740481C1C}">
                <a14:useLocalDpi xmlns:a14="http://schemas.microsoft.com/office/drawing/2010/main" val="0"/>
              </a:ext>
            </a:extLst>
          </a:blip>
          <a:srcRect l="2538" t="3046" r="2828" b="3624"/>
          <a:stretch/>
        </p:blipFill>
        <p:spPr>
          <a:xfrm>
            <a:off x="4670534" y="361855"/>
            <a:ext cx="3793819" cy="2769577"/>
          </a:xfrm>
          <a:prstGeom prst="rect">
            <a:avLst/>
          </a:prstGeom>
        </p:spPr>
      </p:pic>
      <p:pic>
        <p:nvPicPr>
          <p:cNvPr id="11" name="Picture 10">
            <a:extLst>
              <a:ext uri="{FF2B5EF4-FFF2-40B4-BE49-F238E27FC236}">
                <a16:creationId xmlns:a16="http://schemas.microsoft.com/office/drawing/2014/main" id="{9AF062E1-2B50-4C1B-BD8E-71FF87E1293A}"/>
              </a:ext>
            </a:extLst>
          </p:cNvPr>
          <p:cNvPicPr>
            <a:picLocks noChangeAspect="1"/>
          </p:cNvPicPr>
          <p:nvPr/>
        </p:nvPicPr>
        <p:blipFill rotWithShape="1">
          <a:blip r:embed="rId5">
            <a:extLst>
              <a:ext uri="{28A0092B-C50C-407E-A947-70E740481C1C}">
                <a14:useLocalDpi xmlns:a14="http://schemas.microsoft.com/office/drawing/2010/main" val="0"/>
              </a:ext>
            </a:extLst>
          </a:blip>
          <a:srcRect l="21802" t="5854" r="51520" b="1840"/>
          <a:stretch/>
        </p:blipFill>
        <p:spPr>
          <a:xfrm>
            <a:off x="9192359" y="140676"/>
            <a:ext cx="2828192" cy="3211934"/>
          </a:xfrm>
          <a:prstGeom prst="rect">
            <a:avLst/>
          </a:prstGeom>
        </p:spPr>
      </p:pic>
      <p:pic>
        <p:nvPicPr>
          <p:cNvPr id="12" name="Picture 11">
            <a:extLst>
              <a:ext uri="{FF2B5EF4-FFF2-40B4-BE49-F238E27FC236}">
                <a16:creationId xmlns:a16="http://schemas.microsoft.com/office/drawing/2014/main" id="{25AA6AD9-3E74-4CB0-B3BC-577A94732EFB}"/>
              </a:ext>
            </a:extLst>
          </p:cNvPr>
          <p:cNvPicPr>
            <a:picLocks noChangeAspect="1"/>
          </p:cNvPicPr>
          <p:nvPr/>
        </p:nvPicPr>
        <p:blipFill rotWithShape="1">
          <a:blip r:embed="rId5">
            <a:extLst>
              <a:ext uri="{28A0092B-C50C-407E-A947-70E740481C1C}">
                <a14:useLocalDpi xmlns:a14="http://schemas.microsoft.com/office/drawing/2010/main" val="0"/>
              </a:ext>
            </a:extLst>
          </a:blip>
          <a:srcRect l="50217" t="6495" r="21331" b="3845"/>
          <a:stretch/>
        </p:blipFill>
        <p:spPr>
          <a:xfrm>
            <a:off x="9020909" y="3352611"/>
            <a:ext cx="3171092" cy="3280022"/>
          </a:xfrm>
          <a:prstGeom prst="rect">
            <a:avLst/>
          </a:prstGeom>
        </p:spPr>
      </p:pic>
      <p:sp>
        <p:nvSpPr>
          <p:cNvPr id="13" name="Title 1">
            <a:extLst>
              <a:ext uri="{FF2B5EF4-FFF2-40B4-BE49-F238E27FC236}">
                <a16:creationId xmlns:a16="http://schemas.microsoft.com/office/drawing/2014/main" id="{A65D230A-25F5-42FC-B3A8-68499A04EE7A}"/>
              </a:ext>
            </a:extLst>
          </p:cNvPr>
          <p:cNvSpPr>
            <a:spLocks noGrp="1"/>
          </p:cNvSpPr>
          <p:nvPr>
            <p:ph type="title"/>
          </p:nvPr>
        </p:nvSpPr>
        <p:spPr>
          <a:xfrm>
            <a:off x="308085" y="503568"/>
            <a:ext cx="3938600" cy="1782431"/>
          </a:xfrm>
        </p:spPr>
        <p:txBody>
          <a:bodyPr>
            <a:normAutofit/>
          </a:bodyPr>
          <a:lstStyle/>
          <a:p>
            <a:pPr algn="ctr"/>
            <a:r>
              <a:rPr lang="en-US" dirty="0">
                <a:solidFill>
                  <a:schemeClr val="bg1"/>
                </a:solidFill>
              </a:rPr>
              <a:t>Classic “arrow” signs on CTA</a:t>
            </a:r>
          </a:p>
        </p:txBody>
      </p:sp>
    </p:spTree>
    <p:extLst>
      <p:ext uri="{BB962C8B-B14F-4D97-AF65-F5344CB8AC3E}">
        <p14:creationId xmlns:p14="http://schemas.microsoft.com/office/powerpoint/2010/main" val="15050044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3F869F9-93AC-4C37-8857-9A9226789428}"/>
              </a:ext>
            </a:extLst>
          </p:cNvPr>
          <p:cNvPicPr>
            <a:picLocks noChangeAspect="1"/>
          </p:cNvPicPr>
          <p:nvPr/>
        </p:nvPicPr>
        <p:blipFill rotWithShape="1">
          <a:blip r:embed="rId2">
            <a:extLst>
              <a:ext uri="{28A0092B-C50C-407E-A947-70E740481C1C}">
                <a14:useLocalDpi xmlns:a14="http://schemas.microsoft.com/office/drawing/2010/main" val="0"/>
              </a:ext>
            </a:extLst>
          </a:blip>
          <a:srcRect l="2538" t="3046" r="2828" b="3624"/>
          <a:stretch/>
        </p:blipFill>
        <p:spPr>
          <a:xfrm>
            <a:off x="2003563" y="441425"/>
            <a:ext cx="8184874" cy="5975150"/>
          </a:xfrm>
          <a:prstGeom prst="rect">
            <a:avLst/>
          </a:prstGeom>
        </p:spPr>
      </p:pic>
    </p:spTree>
    <p:extLst>
      <p:ext uri="{BB962C8B-B14F-4D97-AF65-F5344CB8AC3E}">
        <p14:creationId xmlns:p14="http://schemas.microsoft.com/office/powerpoint/2010/main" val="20693602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0AC37-5D09-4C71-9E3B-5AB963CACDF8}"/>
              </a:ext>
            </a:extLst>
          </p:cNvPr>
          <p:cNvPicPr>
            <a:picLocks noChangeAspect="1"/>
          </p:cNvPicPr>
          <p:nvPr/>
        </p:nvPicPr>
        <p:blipFill rotWithShape="1">
          <a:blip r:embed="rId2">
            <a:extLst>
              <a:ext uri="{28A0092B-C50C-407E-A947-70E740481C1C}">
                <a14:useLocalDpi xmlns:a14="http://schemas.microsoft.com/office/drawing/2010/main" val="0"/>
              </a:ext>
            </a:extLst>
          </a:blip>
          <a:srcRect t="13589"/>
          <a:stretch/>
        </p:blipFill>
        <p:spPr>
          <a:xfrm>
            <a:off x="1760323" y="122036"/>
            <a:ext cx="8671354" cy="6613927"/>
          </a:xfrm>
          <a:prstGeom prst="rect">
            <a:avLst/>
          </a:prstGeom>
        </p:spPr>
      </p:pic>
    </p:spTree>
    <p:extLst>
      <p:ext uri="{BB962C8B-B14F-4D97-AF65-F5344CB8AC3E}">
        <p14:creationId xmlns:p14="http://schemas.microsoft.com/office/powerpoint/2010/main" val="74909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FB717F-551D-4ACA-A088-01BFD189E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4597" y="180132"/>
            <a:ext cx="7782805" cy="6497736"/>
          </a:xfrm>
          <a:prstGeom prst="rect">
            <a:avLst/>
          </a:prstGeom>
        </p:spPr>
      </p:pic>
    </p:spTree>
    <p:extLst>
      <p:ext uri="{BB962C8B-B14F-4D97-AF65-F5344CB8AC3E}">
        <p14:creationId xmlns:p14="http://schemas.microsoft.com/office/powerpoint/2010/main" val="14256098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AF062E1-2B50-4C1B-BD8E-71FF87E1293A}"/>
              </a:ext>
            </a:extLst>
          </p:cNvPr>
          <p:cNvPicPr>
            <a:picLocks noChangeAspect="1"/>
          </p:cNvPicPr>
          <p:nvPr/>
        </p:nvPicPr>
        <p:blipFill rotWithShape="1">
          <a:blip r:embed="rId2">
            <a:extLst>
              <a:ext uri="{28A0092B-C50C-407E-A947-70E740481C1C}">
                <a14:useLocalDpi xmlns:a14="http://schemas.microsoft.com/office/drawing/2010/main" val="0"/>
              </a:ext>
            </a:extLst>
          </a:blip>
          <a:srcRect l="21802" t="5854" r="51520" b="1840"/>
          <a:stretch/>
        </p:blipFill>
        <p:spPr>
          <a:xfrm>
            <a:off x="239745" y="140677"/>
            <a:ext cx="5523102" cy="6272502"/>
          </a:xfrm>
          <a:prstGeom prst="rect">
            <a:avLst/>
          </a:prstGeom>
        </p:spPr>
      </p:pic>
      <p:pic>
        <p:nvPicPr>
          <p:cNvPr id="12" name="Picture 11">
            <a:extLst>
              <a:ext uri="{FF2B5EF4-FFF2-40B4-BE49-F238E27FC236}">
                <a16:creationId xmlns:a16="http://schemas.microsoft.com/office/drawing/2014/main" id="{25AA6AD9-3E74-4CB0-B3BC-577A94732EFB}"/>
              </a:ext>
            </a:extLst>
          </p:cNvPr>
          <p:cNvPicPr>
            <a:picLocks noChangeAspect="1"/>
          </p:cNvPicPr>
          <p:nvPr/>
        </p:nvPicPr>
        <p:blipFill rotWithShape="1">
          <a:blip r:embed="rId2">
            <a:extLst>
              <a:ext uri="{28A0092B-C50C-407E-A947-70E740481C1C}">
                <a14:useLocalDpi xmlns:a14="http://schemas.microsoft.com/office/drawing/2010/main" val="0"/>
              </a:ext>
            </a:extLst>
          </a:blip>
          <a:srcRect l="50217" t="6495" r="21331" b="3845"/>
          <a:stretch/>
        </p:blipFill>
        <p:spPr>
          <a:xfrm>
            <a:off x="5888064" y="140677"/>
            <a:ext cx="6064191" cy="6272502"/>
          </a:xfrm>
          <a:prstGeom prst="rect">
            <a:avLst/>
          </a:prstGeom>
        </p:spPr>
      </p:pic>
    </p:spTree>
    <p:extLst>
      <p:ext uri="{BB962C8B-B14F-4D97-AF65-F5344CB8AC3E}">
        <p14:creationId xmlns:p14="http://schemas.microsoft.com/office/powerpoint/2010/main" val="11843774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DDF7-A595-404A-82EE-9C637A6BE7E8}"/>
              </a:ext>
            </a:extLst>
          </p:cNvPr>
          <p:cNvSpPr>
            <a:spLocks noGrp="1"/>
          </p:cNvSpPr>
          <p:nvPr>
            <p:ph type="title"/>
          </p:nvPr>
        </p:nvSpPr>
        <p:spPr/>
        <p:txBody>
          <a:bodyPr/>
          <a:lstStyle/>
          <a:p>
            <a:r>
              <a:rPr lang="en-US" dirty="0"/>
              <a:t>CTA of the abdomen and pelvis</a:t>
            </a:r>
          </a:p>
        </p:txBody>
      </p:sp>
      <p:sp>
        <p:nvSpPr>
          <p:cNvPr id="3" name="Content Placeholder 2">
            <a:extLst>
              <a:ext uri="{FF2B5EF4-FFF2-40B4-BE49-F238E27FC236}">
                <a16:creationId xmlns:a16="http://schemas.microsoft.com/office/drawing/2014/main" id="{59B057CC-2865-4627-B3E7-DE421AB053C1}"/>
              </a:ext>
            </a:extLst>
          </p:cNvPr>
          <p:cNvSpPr>
            <a:spLocks noGrp="1"/>
          </p:cNvSpPr>
          <p:nvPr>
            <p:ph idx="1"/>
          </p:nvPr>
        </p:nvSpPr>
        <p:spPr/>
        <p:txBody>
          <a:bodyPr/>
          <a:lstStyle/>
          <a:p>
            <a:pPr>
              <a:buFontTx/>
              <a:buChar char="-"/>
            </a:pPr>
            <a:r>
              <a:rPr lang="en-US" dirty="0"/>
              <a:t>Sensitivity is 96-100 percent, and specificity is 89-94 percent for mesenteric ischemia (all types)</a:t>
            </a:r>
          </a:p>
          <a:p>
            <a:pPr>
              <a:buFontTx/>
              <a:buChar char="-"/>
            </a:pPr>
            <a:r>
              <a:rPr lang="en-US" dirty="0"/>
              <a:t>Bowel-wall edema is the most common finding</a:t>
            </a:r>
          </a:p>
          <a:p>
            <a:pPr>
              <a:buFontTx/>
              <a:buChar char="-"/>
            </a:pPr>
            <a:r>
              <a:rPr lang="en-US" dirty="0"/>
              <a:t>Could visualize the arterial or venous thromboembolism</a:t>
            </a:r>
          </a:p>
          <a:p>
            <a:pPr>
              <a:buFontTx/>
              <a:buChar char="-"/>
            </a:pPr>
            <a:endParaRPr lang="en-US" dirty="0"/>
          </a:p>
        </p:txBody>
      </p:sp>
    </p:spTree>
    <p:extLst>
      <p:ext uri="{BB962C8B-B14F-4D97-AF65-F5344CB8AC3E}">
        <p14:creationId xmlns:p14="http://schemas.microsoft.com/office/powerpoint/2010/main" val="9590091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0DA5-73FB-4BF7-A1B1-D49C6E9D18DB}"/>
              </a:ext>
            </a:extLst>
          </p:cNvPr>
          <p:cNvSpPr>
            <a:spLocks noGrp="1"/>
          </p:cNvSpPr>
          <p:nvPr>
            <p:ph type="title"/>
          </p:nvPr>
        </p:nvSpPr>
        <p:spPr/>
        <p:txBody>
          <a:bodyPr/>
          <a:lstStyle/>
          <a:p>
            <a:r>
              <a:rPr lang="en-US" dirty="0"/>
              <a:t>Other imaging modalities</a:t>
            </a:r>
          </a:p>
        </p:txBody>
      </p:sp>
      <p:sp>
        <p:nvSpPr>
          <p:cNvPr id="3" name="Content Placeholder 2">
            <a:extLst>
              <a:ext uri="{FF2B5EF4-FFF2-40B4-BE49-F238E27FC236}">
                <a16:creationId xmlns:a16="http://schemas.microsoft.com/office/drawing/2014/main" id="{16772A3B-B572-461F-B02F-F9C678A56653}"/>
              </a:ext>
            </a:extLst>
          </p:cNvPr>
          <p:cNvSpPr>
            <a:spLocks noGrp="1"/>
          </p:cNvSpPr>
          <p:nvPr>
            <p:ph idx="1"/>
          </p:nvPr>
        </p:nvSpPr>
        <p:spPr/>
        <p:txBody>
          <a:bodyPr>
            <a:normAutofit lnSpcReduction="10000"/>
          </a:bodyPr>
          <a:lstStyle/>
          <a:p>
            <a:pPr>
              <a:buFontTx/>
              <a:buChar char="-"/>
            </a:pPr>
            <a:r>
              <a:rPr lang="en-US" dirty="0"/>
              <a:t>Magnetic resonance imaging</a:t>
            </a:r>
          </a:p>
          <a:p>
            <a:pPr lvl="1">
              <a:buFontTx/>
              <a:buChar char="-"/>
            </a:pPr>
            <a:r>
              <a:rPr lang="en-US" dirty="0"/>
              <a:t>Sensitivity of 100 percent and specificity of 91 percent</a:t>
            </a:r>
          </a:p>
          <a:p>
            <a:pPr lvl="1">
              <a:buFontTx/>
              <a:buChar char="-"/>
            </a:pPr>
            <a:r>
              <a:rPr lang="en-US" dirty="0"/>
              <a:t>High cost (time and money)</a:t>
            </a:r>
          </a:p>
          <a:p>
            <a:pPr lvl="1">
              <a:buFontTx/>
              <a:buChar char="-"/>
            </a:pPr>
            <a:r>
              <a:rPr lang="en-US" dirty="0"/>
              <a:t>Not typically used</a:t>
            </a:r>
          </a:p>
          <a:p>
            <a:pPr>
              <a:buFontTx/>
              <a:buChar char="-"/>
            </a:pPr>
            <a:r>
              <a:rPr lang="en-US" dirty="0"/>
              <a:t>Ultrasonography with duplex study</a:t>
            </a:r>
          </a:p>
          <a:p>
            <a:pPr lvl="1">
              <a:buFontTx/>
              <a:buChar char="-"/>
            </a:pPr>
            <a:r>
              <a:rPr lang="en-US" dirty="0"/>
              <a:t>Sensitivity of 70-90 percent and specificity of 92-100 percent</a:t>
            </a:r>
          </a:p>
          <a:p>
            <a:pPr lvl="1">
              <a:buFontTx/>
              <a:buChar char="-"/>
            </a:pPr>
            <a:r>
              <a:rPr lang="en-US" dirty="0"/>
              <a:t>Considered as second-line if CTA is not available</a:t>
            </a:r>
          </a:p>
          <a:p>
            <a:pPr>
              <a:buFontTx/>
              <a:buChar char="-"/>
            </a:pPr>
            <a:r>
              <a:rPr lang="en-US" dirty="0"/>
              <a:t>Conventional angiography</a:t>
            </a:r>
          </a:p>
          <a:p>
            <a:pPr lvl="1">
              <a:buFontTx/>
              <a:buChar char="-"/>
            </a:pPr>
            <a:r>
              <a:rPr lang="en-US" dirty="0"/>
              <a:t>Sensitivity of 74-100 percent and specificity of 100 percent</a:t>
            </a:r>
          </a:p>
          <a:p>
            <a:pPr lvl="1">
              <a:buFontTx/>
              <a:buChar char="-"/>
            </a:pPr>
            <a:r>
              <a:rPr lang="en-US" dirty="0"/>
              <a:t>Can be used therapeutically</a:t>
            </a:r>
          </a:p>
          <a:p>
            <a:pPr lvl="1">
              <a:buFontTx/>
              <a:buChar char="-"/>
            </a:pPr>
            <a:r>
              <a:rPr lang="en-US" dirty="0"/>
              <a:t>However, highly invasive, and can precipitate acute mesenteric ischemia</a:t>
            </a:r>
          </a:p>
        </p:txBody>
      </p:sp>
    </p:spTree>
    <p:extLst>
      <p:ext uri="{BB962C8B-B14F-4D97-AF65-F5344CB8AC3E}">
        <p14:creationId xmlns:p14="http://schemas.microsoft.com/office/powerpoint/2010/main" val="1321334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I know what you’re thinking…</a:t>
            </a:r>
          </a:p>
        </p:txBody>
      </p:sp>
    </p:spTree>
    <p:extLst>
      <p:ext uri="{BB962C8B-B14F-4D97-AF65-F5344CB8AC3E}">
        <p14:creationId xmlns:p14="http://schemas.microsoft.com/office/powerpoint/2010/main" val="22563355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I know what you’re thinking…</a:t>
            </a:r>
            <a:br>
              <a:rPr lang="en-US" dirty="0"/>
            </a:br>
            <a:r>
              <a:rPr lang="en-US" b="1" dirty="0"/>
              <a:t>“How about colonoscopy?”</a:t>
            </a:r>
          </a:p>
        </p:txBody>
      </p:sp>
    </p:spTree>
    <p:extLst>
      <p:ext uri="{BB962C8B-B14F-4D97-AF65-F5344CB8AC3E}">
        <p14:creationId xmlns:p14="http://schemas.microsoft.com/office/powerpoint/2010/main" val="2561887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085851"/>
            <a:ext cx="10515600" cy="4686298"/>
          </a:xfrm>
        </p:spPr>
        <p:txBody>
          <a:bodyPr>
            <a:normAutofit/>
          </a:bodyPr>
          <a:lstStyle/>
          <a:p>
            <a:pPr algn="ctr"/>
            <a:r>
              <a:rPr lang="en-US" dirty="0"/>
              <a:t>I know what you’re thinking…</a:t>
            </a:r>
            <a:br>
              <a:rPr lang="en-US" dirty="0"/>
            </a:br>
            <a:r>
              <a:rPr lang="en-US" b="1" dirty="0"/>
              <a:t>“How about colonoscopy?”</a:t>
            </a:r>
            <a:br>
              <a:rPr lang="en-US" b="1" dirty="0"/>
            </a:br>
            <a:br>
              <a:rPr lang="en-US" dirty="0"/>
            </a:br>
            <a:r>
              <a:rPr lang="en-US" sz="2200" dirty="0">
                <a:solidFill>
                  <a:schemeClr val="tx1">
                    <a:lumMod val="50000"/>
                    <a:lumOff val="50000"/>
                  </a:schemeClr>
                </a:solidFill>
              </a:rPr>
              <a:t>This is a GI conference, after all…</a:t>
            </a:r>
            <a:endParaRPr lang="en-US" b="1" dirty="0">
              <a:solidFill>
                <a:schemeClr val="tx1">
                  <a:lumMod val="50000"/>
                  <a:lumOff val="50000"/>
                </a:schemeClr>
              </a:solidFill>
            </a:endParaRPr>
          </a:p>
        </p:txBody>
      </p:sp>
    </p:spTree>
    <p:extLst>
      <p:ext uri="{BB962C8B-B14F-4D97-AF65-F5344CB8AC3E}">
        <p14:creationId xmlns:p14="http://schemas.microsoft.com/office/powerpoint/2010/main" val="3982527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BDEC1-86CB-4F12-883C-CA31CF9814D1}"/>
              </a:ext>
            </a:extLst>
          </p:cNvPr>
          <p:cNvSpPr>
            <a:spLocks noGrp="1"/>
          </p:cNvSpPr>
          <p:nvPr>
            <p:ph type="title"/>
          </p:nvPr>
        </p:nvSpPr>
        <p:spPr/>
        <p:txBody>
          <a:bodyPr/>
          <a:lstStyle/>
          <a:p>
            <a:r>
              <a:rPr lang="en-US" dirty="0"/>
              <a:t>Role of colonoscopy in ischemic colitis</a:t>
            </a:r>
          </a:p>
        </p:txBody>
      </p:sp>
      <p:sp>
        <p:nvSpPr>
          <p:cNvPr id="3" name="Content Placeholder 2">
            <a:extLst>
              <a:ext uri="{FF2B5EF4-FFF2-40B4-BE49-F238E27FC236}">
                <a16:creationId xmlns:a16="http://schemas.microsoft.com/office/drawing/2014/main" id="{8AC9A8C1-5FD5-40D5-8BB9-251A0A2DC34A}"/>
              </a:ext>
            </a:extLst>
          </p:cNvPr>
          <p:cNvSpPr>
            <a:spLocks noGrp="1"/>
          </p:cNvSpPr>
          <p:nvPr>
            <p:ph idx="1"/>
          </p:nvPr>
        </p:nvSpPr>
        <p:spPr/>
        <p:txBody>
          <a:bodyPr/>
          <a:lstStyle/>
          <a:p>
            <a:pPr>
              <a:buFontTx/>
              <a:buChar char="-"/>
            </a:pPr>
            <a:r>
              <a:rPr lang="en-US" dirty="0"/>
              <a:t>Can be used to increase pre-test probability for ischemic colitis induced by mesenteric ischemia, however is only limited to the colon and terminal ileum </a:t>
            </a:r>
          </a:p>
          <a:p>
            <a:pPr>
              <a:buFontTx/>
              <a:buChar char="-"/>
            </a:pPr>
            <a:r>
              <a:rPr lang="en-US" dirty="0"/>
              <a:t>Ischemia rather than inflammatory bowel disease is suggested by segmental distribution, abrupt transition between injured and </a:t>
            </a:r>
            <a:r>
              <a:rPr lang="en-US" dirty="0" err="1"/>
              <a:t>noninjured</a:t>
            </a:r>
            <a:r>
              <a:rPr lang="en-US" dirty="0"/>
              <a:t> mucosa, and rectal sparing</a:t>
            </a:r>
          </a:p>
          <a:p>
            <a:pPr>
              <a:buFontTx/>
              <a:buChar char="-"/>
            </a:pPr>
            <a:r>
              <a:rPr lang="en-US" dirty="0"/>
              <a:t>A single linear ulcer running along the longitudinal axis of the colon (the "single-stripe sign") may also favor an ischemic cause of colitis</a:t>
            </a:r>
          </a:p>
          <a:p>
            <a:pPr>
              <a:buFontTx/>
              <a:buChar char="-"/>
            </a:pPr>
            <a:endParaRPr lang="en-US" dirty="0"/>
          </a:p>
        </p:txBody>
      </p:sp>
    </p:spTree>
    <p:extLst>
      <p:ext uri="{BB962C8B-B14F-4D97-AF65-F5344CB8AC3E}">
        <p14:creationId xmlns:p14="http://schemas.microsoft.com/office/powerpoint/2010/main" val="890767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6656ADB-58E3-499E-B4BA-D0869F288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8424" y="706159"/>
            <a:ext cx="6915152" cy="5445682"/>
          </a:xfrm>
          <a:prstGeom prst="rect">
            <a:avLst/>
          </a:prstGeom>
        </p:spPr>
      </p:pic>
    </p:spTree>
    <p:extLst>
      <p:ext uri="{BB962C8B-B14F-4D97-AF65-F5344CB8AC3E}">
        <p14:creationId xmlns:p14="http://schemas.microsoft.com/office/powerpoint/2010/main" val="32591094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28BD79-0B5D-4866-9881-D69BA2C86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0462" y="1213337"/>
            <a:ext cx="8911076" cy="4431326"/>
          </a:xfrm>
          <a:prstGeom prst="rect">
            <a:avLst/>
          </a:prstGeom>
        </p:spPr>
      </p:pic>
    </p:spTree>
    <p:extLst>
      <p:ext uri="{BB962C8B-B14F-4D97-AF65-F5344CB8AC3E}">
        <p14:creationId xmlns:p14="http://schemas.microsoft.com/office/powerpoint/2010/main" val="19830277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E96437-75DF-447B-AB1B-73C9A7771394}"/>
              </a:ext>
            </a:extLst>
          </p:cNvPr>
          <p:cNvPicPr>
            <a:picLocks noChangeAspect="1"/>
          </p:cNvPicPr>
          <p:nvPr/>
        </p:nvPicPr>
        <p:blipFill>
          <a:blip r:embed="rId2"/>
          <a:stretch>
            <a:fillRect/>
          </a:stretch>
        </p:blipFill>
        <p:spPr>
          <a:xfrm>
            <a:off x="2664599" y="620850"/>
            <a:ext cx="6862801" cy="5616300"/>
          </a:xfrm>
          <a:prstGeom prst="rect">
            <a:avLst/>
          </a:prstGeom>
        </p:spPr>
      </p:pic>
    </p:spTree>
    <p:extLst>
      <p:ext uri="{BB962C8B-B14F-4D97-AF65-F5344CB8AC3E}">
        <p14:creationId xmlns:p14="http://schemas.microsoft.com/office/powerpoint/2010/main" val="12853950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Treatment</a:t>
            </a:r>
          </a:p>
        </p:txBody>
      </p:sp>
    </p:spTree>
    <p:extLst>
      <p:ext uri="{BB962C8B-B14F-4D97-AF65-F5344CB8AC3E}">
        <p14:creationId xmlns:p14="http://schemas.microsoft.com/office/powerpoint/2010/main" val="13928727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A52F13-3CF8-4F23-BA99-A532EBC01F45}"/>
              </a:ext>
            </a:extLst>
          </p:cNvPr>
          <p:cNvPicPr>
            <a:picLocks noChangeAspect="1"/>
          </p:cNvPicPr>
          <p:nvPr/>
        </p:nvPicPr>
        <p:blipFill rotWithShape="1">
          <a:blip r:embed="rId2">
            <a:extLst>
              <a:ext uri="{28A0092B-C50C-407E-A947-70E740481C1C}">
                <a14:useLocalDpi xmlns:a14="http://schemas.microsoft.com/office/drawing/2010/main" val="0"/>
              </a:ext>
            </a:extLst>
          </a:blip>
          <a:srcRect l="7177" t="4925" r="8117" b="3726"/>
          <a:stretch/>
        </p:blipFill>
        <p:spPr>
          <a:xfrm>
            <a:off x="1157654" y="172746"/>
            <a:ext cx="9876692" cy="4824384"/>
          </a:xfrm>
          <a:prstGeom prst="rect">
            <a:avLst/>
          </a:prstGeom>
        </p:spPr>
      </p:pic>
    </p:spTree>
    <p:extLst>
      <p:ext uri="{BB962C8B-B14F-4D97-AF65-F5344CB8AC3E}">
        <p14:creationId xmlns:p14="http://schemas.microsoft.com/office/powerpoint/2010/main" val="21723392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A52F13-3CF8-4F23-BA99-A532EBC01F45}"/>
              </a:ext>
            </a:extLst>
          </p:cNvPr>
          <p:cNvPicPr>
            <a:picLocks noChangeAspect="1"/>
          </p:cNvPicPr>
          <p:nvPr/>
        </p:nvPicPr>
        <p:blipFill rotWithShape="1">
          <a:blip r:embed="rId2">
            <a:extLst>
              <a:ext uri="{28A0092B-C50C-407E-A947-70E740481C1C}">
                <a14:useLocalDpi xmlns:a14="http://schemas.microsoft.com/office/drawing/2010/main" val="0"/>
              </a:ext>
            </a:extLst>
          </a:blip>
          <a:srcRect l="7177" t="4925" r="8117" b="3726"/>
          <a:stretch/>
        </p:blipFill>
        <p:spPr>
          <a:xfrm>
            <a:off x="1157654" y="172746"/>
            <a:ext cx="9876692" cy="4824384"/>
          </a:xfrm>
          <a:prstGeom prst="rect">
            <a:avLst/>
          </a:prstGeom>
        </p:spPr>
      </p:pic>
      <p:sp>
        <p:nvSpPr>
          <p:cNvPr id="3" name="Title 1">
            <a:extLst>
              <a:ext uri="{FF2B5EF4-FFF2-40B4-BE49-F238E27FC236}">
                <a16:creationId xmlns:a16="http://schemas.microsoft.com/office/drawing/2014/main" id="{A8F3EDD0-7C48-4CC8-A5BB-BA73AE4A4B0B}"/>
              </a:ext>
            </a:extLst>
          </p:cNvPr>
          <p:cNvSpPr>
            <a:spLocks noGrp="1"/>
          </p:cNvSpPr>
          <p:nvPr>
            <p:ph type="title"/>
          </p:nvPr>
        </p:nvSpPr>
        <p:spPr>
          <a:xfrm>
            <a:off x="1661746" y="4758713"/>
            <a:ext cx="4434254" cy="1325563"/>
          </a:xfrm>
        </p:spPr>
        <p:txBody>
          <a:bodyPr>
            <a:normAutofit/>
          </a:bodyPr>
          <a:lstStyle/>
          <a:p>
            <a:pPr algn="ctr"/>
            <a:r>
              <a:rPr lang="en-US" b="1" dirty="0">
                <a:solidFill>
                  <a:srgbClr val="FF0000"/>
                </a:solidFill>
              </a:rPr>
              <a:t>Antiplatelets</a:t>
            </a:r>
            <a:endParaRPr lang="en-US" b="1" dirty="0"/>
          </a:p>
        </p:txBody>
      </p:sp>
      <p:sp>
        <p:nvSpPr>
          <p:cNvPr id="4" name="Title 1">
            <a:extLst>
              <a:ext uri="{FF2B5EF4-FFF2-40B4-BE49-F238E27FC236}">
                <a16:creationId xmlns:a16="http://schemas.microsoft.com/office/drawing/2014/main" id="{BD6BF506-7F7D-43B4-88DD-8618244E4FDD}"/>
              </a:ext>
            </a:extLst>
          </p:cNvPr>
          <p:cNvSpPr txBox="1">
            <a:spLocks/>
          </p:cNvSpPr>
          <p:nvPr/>
        </p:nvSpPr>
        <p:spPr>
          <a:xfrm>
            <a:off x="6233746" y="4758713"/>
            <a:ext cx="443425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b="1" dirty="0">
                <a:solidFill>
                  <a:srgbClr val="7030A0"/>
                </a:solidFill>
              </a:rPr>
              <a:t>Anticoagulants</a:t>
            </a:r>
          </a:p>
        </p:txBody>
      </p:sp>
      <p:sp>
        <p:nvSpPr>
          <p:cNvPr id="6" name="Title 1">
            <a:extLst>
              <a:ext uri="{FF2B5EF4-FFF2-40B4-BE49-F238E27FC236}">
                <a16:creationId xmlns:a16="http://schemas.microsoft.com/office/drawing/2014/main" id="{E6F4D045-BB96-43E4-BDF4-2C4E63782492}"/>
              </a:ext>
            </a:extLst>
          </p:cNvPr>
          <p:cNvSpPr txBox="1">
            <a:spLocks/>
          </p:cNvSpPr>
          <p:nvPr/>
        </p:nvSpPr>
        <p:spPr>
          <a:xfrm>
            <a:off x="1863969" y="5838092"/>
            <a:ext cx="4029808" cy="7737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b="1" dirty="0">
                <a:solidFill>
                  <a:schemeClr val="tx1">
                    <a:lumMod val="95000"/>
                    <a:lumOff val="5000"/>
                  </a:schemeClr>
                </a:solidFill>
              </a:rPr>
              <a:t>Thrombolytics</a:t>
            </a:r>
          </a:p>
        </p:txBody>
      </p:sp>
      <p:sp>
        <p:nvSpPr>
          <p:cNvPr id="7" name="Title 1">
            <a:extLst>
              <a:ext uri="{FF2B5EF4-FFF2-40B4-BE49-F238E27FC236}">
                <a16:creationId xmlns:a16="http://schemas.microsoft.com/office/drawing/2014/main" id="{58523CD9-D8F3-4466-966D-B6B22DED3A02}"/>
              </a:ext>
            </a:extLst>
          </p:cNvPr>
          <p:cNvSpPr txBox="1">
            <a:spLocks/>
          </p:cNvSpPr>
          <p:nvPr/>
        </p:nvSpPr>
        <p:spPr>
          <a:xfrm>
            <a:off x="6435969" y="5838092"/>
            <a:ext cx="4029808" cy="7737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Quadraat" panose="02000503060000090004" pitchFamily="2" charset="0"/>
                <a:ea typeface="+mj-ea"/>
                <a:cs typeface="+mj-cs"/>
              </a:defRPr>
            </a:lvl1pPr>
          </a:lstStyle>
          <a:p>
            <a:pPr algn="ctr"/>
            <a:r>
              <a:rPr lang="en-US" b="1" dirty="0">
                <a:solidFill>
                  <a:schemeClr val="tx1">
                    <a:lumMod val="95000"/>
                    <a:lumOff val="5000"/>
                  </a:schemeClr>
                </a:solidFill>
              </a:rPr>
              <a:t>Thrombolytics</a:t>
            </a:r>
          </a:p>
        </p:txBody>
      </p:sp>
    </p:spTree>
    <p:extLst>
      <p:ext uri="{BB962C8B-B14F-4D97-AF65-F5344CB8AC3E}">
        <p14:creationId xmlns:p14="http://schemas.microsoft.com/office/powerpoint/2010/main" val="14017544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CAB746-F356-488F-BE9F-15CBBDB1F5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0731" y="249807"/>
            <a:ext cx="9290538" cy="5232970"/>
          </a:xfrm>
        </p:spPr>
      </p:pic>
    </p:spTree>
    <p:extLst>
      <p:ext uri="{BB962C8B-B14F-4D97-AF65-F5344CB8AC3E}">
        <p14:creationId xmlns:p14="http://schemas.microsoft.com/office/powerpoint/2010/main" val="2394512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CAB746-F356-488F-BE9F-15CBBDB1F5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0731" y="249807"/>
            <a:ext cx="9290538" cy="5232970"/>
          </a:xfrm>
        </p:spPr>
      </p:pic>
      <p:sp>
        <p:nvSpPr>
          <p:cNvPr id="3" name="Title 1">
            <a:extLst>
              <a:ext uri="{FF2B5EF4-FFF2-40B4-BE49-F238E27FC236}">
                <a16:creationId xmlns:a16="http://schemas.microsoft.com/office/drawing/2014/main" id="{2ECAE380-AC68-49F5-9447-1EAED431A60A}"/>
              </a:ext>
            </a:extLst>
          </p:cNvPr>
          <p:cNvSpPr>
            <a:spLocks noGrp="1"/>
          </p:cNvSpPr>
          <p:nvPr>
            <p:ph type="title"/>
          </p:nvPr>
        </p:nvSpPr>
        <p:spPr>
          <a:xfrm>
            <a:off x="61546" y="5539155"/>
            <a:ext cx="12068908" cy="1274885"/>
          </a:xfrm>
        </p:spPr>
        <p:txBody>
          <a:bodyPr>
            <a:normAutofit fontScale="90000"/>
          </a:bodyPr>
          <a:lstStyle/>
          <a:p>
            <a:pPr algn="ctr"/>
            <a:r>
              <a:rPr lang="en-US" dirty="0"/>
              <a:t>Potent smooth muscle spasmolytic and thus vasodilator, used specifically for mesenteric ischemia</a:t>
            </a:r>
          </a:p>
        </p:txBody>
      </p:sp>
    </p:spTree>
    <p:extLst>
      <p:ext uri="{BB962C8B-B14F-4D97-AF65-F5344CB8AC3E}">
        <p14:creationId xmlns:p14="http://schemas.microsoft.com/office/powerpoint/2010/main" val="38880182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70994-4F99-42C0-8425-3107262491BB}"/>
              </a:ext>
            </a:extLst>
          </p:cNvPr>
          <p:cNvSpPr>
            <a:spLocks noGrp="1"/>
          </p:cNvSpPr>
          <p:nvPr>
            <p:ph type="title"/>
          </p:nvPr>
        </p:nvSpPr>
        <p:spPr/>
        <p:txBody>
          <a:bodyPr/>
          <a:lstStyle/>
          <a:p>
            <a:pPr algn="ctr"/>
            <a:r>
              <a:rPr lang="en-US" dirty="0"/>
              <a:t>In Summary</a:t>
            </a:r>
          </a:p>
        </p:txBody>
      </p:sp>
      <p:sp>
        <p:nvSpPr>
          <p:cNvPr id="3" name="Content Placeholder 2">
            <a:extLst>
              <a:ext uri="{FF2B5EF4-FFF2-40B4-BE49-F238E27FC236}">
                <a16:creationId xmlns:a16="http://schemas.microsoft.com/office/drawing/2014/main" id="{8FF142EA-EDD0-47CE-B755-F08B870F3030}"/>
              </a:ext>
            </a:extLst>
          </p:cNvPr>
          <p:cNvSpPr>
            <a:spLocks noGrp="1"/>
          </p:cNvSpPr>
          <p:nvPr>
            <p:ph idx="1"/>
          </p:nvPr>
        </p:nvSpPr>
        <p:spPr/>
        <p:txBody>
          <a:bodyPr>
            <a:normAutofit fontScale="85000" lnSpcReduction="20000"/>
          </a:bodyPr>
          <a:lstStyle/>
          <a:p>
            <a:pPr>
              <a:buFontTx/>
              <a:buChar char="-"/>
            </a:pPr>
            <a:r>
              <a:rPr lang="en-US" b="1" dirty="0"/>
              <a:t>Acute mesenteric arterial embolism </a:t>
            </a:r>
            <a:r>
              <a:rPr lang="en-US" dirty="0"/>
              <a:t>- Papaverine infusion, surgical embolectomy, and intra-arterial thrombolysis</a:t>
            </a:r>
          </a:p>
          <a:p>
            <a:pPr>
              <a:buFontTx/>
              <a:buChar char="-"/>
            </a:pPr>
            <a:endParaRPr lang="en-US" dirty="0"/>
          </a:p>
          <a:p>
            <a:pPr>
              <a:buFontTx/>
              <a:buChar char="-"/>
            </a:pPr>
            <a:r>
              <a:rPr lang="en-US" b="1" dirty="0"/>
              <a:t>Acute mesenteric arterial thrombosis </a:t>
            </a:r>
            <a:r>
              <a:rPr lang="en-US" dirty="0"/>
              <a:t>- Papaverine infusion and arterial reconstruction, either through aorto-superior mesenteric arterial bypass grafting or through reimplantation of the superior mesenteric artery into the aorta</a:t>
            </a:r>
          </a:p>
          <a:p>
            <a:pPr>
              <a:buFontTx/>
              <a:buChar char="-"/>
            </a:pPr>
            <a:endParaRPr lang="en-US" dirty="0"/>
          </a:p>
          <a:p>
            <a:pPr>
              <a:buFontTx/>
              <a:buChar char="-"/>
            </a:pPr>
            <a:r>
              <a:rPr lang="en-US" b="1" dirty="0"/>
              <a:t>Nonocclusive mesenteric ischemia </a:t>
            </a:r>
            <a:r>
              <a:rPr lang="en-US" dirty="0"/>
              <a:t>- Papaverine infusion, supportive care</a:t>
            </a:r>
          </a:p>
          <a:p>
            <a:pPr>
              <a:buFontTx/>
              <a:buChar char="-"/>
            </a:pPr>
            <a:endParaRPr lang="en-US" b="1" dirty="0"/>
          </a:p>
          <a:p>
            <a:pPr>
              <a:buFontTx/>
              <a:buChar char="-"/>
            </a:pPr>
            <a:r>
              <a:rPr lang="en-US" b="1" dirty="0"/>
              <a:t>Mesenteric venous thrombosis - </a:t>
            </a:r>
            <a:r>
              <a:rPr lang="en-US" dirty="0"/>
              <a:t>Anticoagulation with heparin or warfarin, either alone or in combination with surgery; immediate heparinization should be started even when surgical intervention is indicated </a:t>
            </a:r>
          </a:p>
        </p:txBody>
      </p:sp>
    </p:spTree>
    <p:extLst>
      <p:ext uri="{BB962C8B-B14F-4D97-AF65-F5344CB8AC3E}">
        <p14:creationId xmlns:p14="http://schemas.microsoft.com/office/powerpoint/2010/main" val="21741152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4D98B4-A288-EA40-B11E-9A2E7843C3DD}"/>
              </a:ext>
            </a:extLst>
          </p:cNvPr>
          <p:cNvPicPr>
            <a:picLocks noChangeAspect="1"/>
          </p:cNvPicPr>
          <p:nvPr/>
        </p:nvPicPr>
        <p:blipFill rotWithShape="1">
          <a:blip r:embed="rId2">
            <a:extLst>
              <a:ext uri="{28A0092B-C50C-407E-A947-70E740481C1C}">
                <a14:useLocalDpi xmlns:a14="http://schemas.microsoft.com/office/drawing/2010/main" val="0"/>
              </a:ext>
            </a:extLst>
          </a:blip>
          <a:srcRect t="1532" r="1070"/>
          <a:stretch/>
        </p:blipFill>
        <p:spPr>
          <a:xfrm>
            <a:off x="314793" y="1169377"/>
            <a:ext cx="4740533" cy="4519246"/>
          </a:xfrm>
          <a:prstGeom prst="rect">
            <a:avLst/>
          </a:prstGeom>
        </p:spPr>
      </p:pic>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4572000" y="1705709"/>
            <a:ext cx="6781800" cy="3446582"/>
          </a:xfrm>
        </p:spPr>
        <p:txBody>
          <a:bodyPr>
            <a:normAutofit/>
          </a:bodyPr>
          <a:lstStyle/>
          <a:p>
            <a:pPr algn="ctr"/>
            <a:r>
              <a:rPr lang="en-US" dirty="0"/>
              <a:t>“Time equal brain”</a:t>
            </a:r>
          </a:p>
        </p:txBody>
      </p:sp>
    </p:spTree>
    <p:extLst>
      <p:ext uri="{BB962C8B-B14F-4D97-AF65-F5344CB8AC3E}">
        <p14:creationId xmlns:p14="http://schemas.microsoft.com/office/powerpoint/2010/main" val="7810276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4D98B4-A288-EA40-B11E-9A2E7843C3DD}"/>
              </a:ext>
            </a:extLst>
          </p:cNvPr>
          <p:cNvPicPr>
            <a:picLocks noChangeAspect="1"/>
          </p:cNvPicPr>
          <p:nvPr/>
        </p:nvPicPr>
        <p:blipFill rotWithShape="1">
          <a:blip r:embed="rId2">
            <a:extLst>
              <a:ext uri="{28A0092B-C50C-407E-A947-70E740481C1C}">
                <a14:useLocalDpi xmlns:a14="http://schemas.microsoft.com/office/drawing/2010/main" val="0"/>
              </a:ext>
            </a:extLst>
          </a:blip>
          <a:srcRect t="1532" r="1070"/>
          <a:stretch/>
        </p:blipFill>
        <p:spPr>
          <a:xfrm>
            <a:off x="314793" y="1169377"/>
            <a:ext cx="4740533" cy="4519246"/>
          </a:xfrm>
          <a:prstGeom prst="rect">
            <a:avLst/>
          </a:prstGeom>
        </p:spPr>
      </p:pic>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4572000" y="1705709"/>
            <a:ext cx="6781800" cy="3446582"/>
          </a:xfrm>
        </p:spPr>
        <p:txBody>
          <a:bodyPr>
            <a:normAutofit/>
          </a:bodyPr>
          <a:lstStyle/>
          <a:p>
            <a:pPr algn="ctr"/>
            <a:r>
              <a:rPr lang="en-US" dirty="0"/>
              <a:t>“Time equal brain”</a:t>
            </a:r>
            <a:br>
              <a:rPr lang="en-US" dirty="0"/>
            </a:br>
            <a:r>
              <a:rPr lang="en-US" dirty="0"/>
              <a:t>“Time equal muscle”</a:t>
            </a:r>
          </a:p>
        </p:txBody>
      </p:sp>
    </p:spTree>
    <p:extLst>
      <p:ext uri="{BB962C8B-B14F-4D97-AF65-F5344CB8AC3E}">
        <p14:creationId xmlns:p14="http://schemas.microsoft.com/office/powerpoint/2010/main" val="14061938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4D98B4-A288-EA40-B11E-9A2E7843C3DD}"/>
              </a:ext>
            </a:extLst>
          </p:cNvPr>
          <p:cNvPicPr>
            <a:picLocks noChangeAspect="1"/>
          </p:cNvPicPr>
          <p:nvPr/>
        </p:nvPicPr>
        <p:blipFill rotWithShape="1">
          <a:blip r:embed="rId2">
            <a:extLst>
              <a:ext uri="{28A0092B-C50C-407E-A947-70E740481C1C}">
                <a14:useLocalDpi xmlns:a14="http://schemas.microsoft.com/office/drawing/2010/main" val="0"/>
              </a:ext>
            </a:extLst>
          </a:blip>
          <a:srcRect t="1532" r="1070"/>
          <a:stretch/>
        </p:blipFill>
        <p:spPr>
          <a:xfrm>
            <a:off x="314793" y="1169377"/>
            <a:ext cx="4740533" cy="4519246"/>
          </a:xfrm>
          <a:prstGeom prst="rect">
            <a:avLst/>
          </a:prstGeom>
        </p:spPr>
      </p:pic>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4572000" y="1705709"/>
            <a:ext cx="6781800" cy="3446582"/>
          </a:xfrm>
        </p:spPr>
        <p:txBody>
          <a:bodyPr>
            <a:normAutofit/>
          </a:bodyPr>
          <a:lstStyle/>
          <a:p>
            <a:pPr algn="ctr"/>
            <a:r>
              <a:rPr lang="en-US" dirty="0"/>
              <a:t>“Time equal brain”</a:t>
            </a:r>
            <a:br>
              <a:rPr lang="en-US" dirty="0"/>
            </a:br>
            <a:r>
              <a:rPr lang="en-US" dirty="0"/>
              <a:t>“Time equal muscle”</a:t>
            </a:r>
            <a:br>
              <a:rPr lang="en-US" dirty="0"/>
            </a:br>
            <a:r>
              <a:rPr lang="en-US" b="1" dirty="0"/>
              <a:t>“Time equal bowel”</a:t>
            </a:r>
            <a:endParaRPr lang="en-US" dirty="0"/>
          </a:p>
        </p:txBody>
      </p:sp>
    </p:spTree>
    <p:extLst>
      <p:ext uri="{BB962C8B-B14F-4D97-AF65-F5344CB8AC3E}">
        <p14:creationId xmlns:p14="http://schemas.microsoft.com/office/powerpoint/2010/main" val="41710888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453B-769A-49AE-97CB-540007D7AD2F}"/>
              </a:ext>
            </a:extLst>
          </p:cNvPr>
          <p:cNvSpPr>
            <a:spLocks noGrp="1"/>
          </p:cNvSpPr>
          <p:nvPr>
            <p:ph type="title"/>
          </p:nvPr>
        </p:nvSpPr>
        <p:spPr>
          <a:xfrm>
            <a:off x="838200" y="228600"/>
            <a:ext cx="10515600" cy="888023"/>
          </a:xfrm>
        </p:spPr>
        <p:txBody>
          <a:bodyPr>
            <a:normAutofit fontScale="90000"/>
          </a:bodyPr>
          <a:lstStyle/>
          <a:p>
            <a:pPr algn="ctr"/>
            <a:r>
              <a:rPr lang="en-US" dirty="0"/>
              <a:t>AGA statements regarding acute mesenteric ischemia (updated in 2000)</a:t>
            </a:r>
          </a:p>
        </p:txBody>
      </p:sp>
      <p:sp>
        <p:nvSpPr>
          <p:cNvPr id="3" name="Content Placeholder 2">
            <a:extLst>
              <a:ext uri="{FF2B5EF4-FFF2-40B4-BE49-F238E27FC236}">
                <a16:creationId xmlns:a16="http://schemas.microsoft.com/office/drawing/2014/main" id="{47F7A6D4-438E-4920-B429-7AA4430D1442}"/>
              </a:ext>
            </a:extLst>
          </p:cNvPr>
          <p:cNvSpPr>
            <a:spLocks noGrp="1"/>
          </p:cNvSpPr>
          <p:nvPr>
            <p:ph idx="1"/>
          </p:nvPr>
        </p:nvSpPr>
        <p:spPr>
          <a:xfrm>
            <a:off x="175845" y="1441937"/>
            <a:ext cx="11852031" cy="5117125"/>
          </a:xfrm>
        </p:spPr>
        <p:txBody>
          <a:bodyPr>
            <a:normAutofit lnSpcReduction="10000"/>
          </a:bodyPr>
          <a:lstStyle/>
          <a:p>
            <a:pPr>
              <a:buFontTx/>
              <a:buChar char="-"/>
            </a:pPr>
            <a:r>
              <a:rPr lang="en-US" sz="2000" dirty="0"/>
              <a:t>There are </a:t>
            </a:r>
            <a:r>
              <a:rPr lang="en-US" sz="2000" b="1" dirty="0">
                <a:highlight>
                  <a:srgbClr val="FFFF00"/>
                </a:highlight>
              </a:rPr>
              <a:t>no laboratory studies </a:t>
            </a:r>
            <a:r>
              <a:rPr lang="en-US" sz="2000" dirty="0"/>
              <a:t>that are sufficiently accurate to identify the presence or absence of ischemic or necrotic bowel, </a:t>
            </a:r>
            <a:r>
              <a:rPr lang="en-US" sz="2000" b="1" dirty="0"/>
              <a:t>although elevated l-lactate and D-dimer may assist</a:t>
            </a:r>
            <a:r>
              <a:rPr lang="en-US" sz="2000" dirty="0"/>
              <a:t>. (Recommendation 1B)</a:t>
            </a:r>
          </a:p>
          <a:p>
            <a:pPr>
              <a:buFontTx/>
              <a:buChar char="-"/>
            </a:pPr>
            <a:r>
              <a:rPr lang="en-US" sz="2000" b="1" dirty="0">
                <a:highlight>
                  <a:srgbClr val="FFFF00"/>
                </a:highlight>
              </a:rPr>
              <a:t>Computed tomography angiography (CTA) </a:t>
            </a:r>
            <a:r>
              <a:rPr lang="en-US" sz="2000" dirty="0"/>
              <a:t>should be performed as soon as possible for any patient with suspicion for AMI. (Recommendation 1A)</a:t>
            </a:r>
          </a:p>
          <a:p>
            <a:pPr>
              <a:buFontTx/>
              <a:buChar char="-"/>
            </a:pPr>
            <a:r>
              <a:rPr lang="en-US" sz="2000" dirty="0"/>
              <a:t>When the diagnosis of AMI is made, </a:t>
            </a:r>
            <a:r>
              <a:rPr lang="en-US" sz="2000" b="1" dirty="0"/>
              <a:t>fluid resuscitation </a:t>
            </a:r>
            <a:r>
              <a:rPr lang="en-US" sz="2000" dirty="0"/>
              <a:t>should commence immediately to enhance visceral perfusion. Electrolyte abnormalities should be corrected, and </a:t>
            </a:r>
            <a:r>
              <a:rPr lang="en-US" sz="2000" b="1" dirty="0"/>
              <a:t>nasogastric decompression</a:t>
            </a:r>
            <a:r>
              <a:rPr lang="en-US" sz="2000" dirty="0"/>
              <a:t> initiated. (Recommendation 1B)</a:t>
            </a:r>
          </a:p>
          <a:p>
            <a:pPr>
              <a:buFontTx/>
              <a:buChar char="-"/>
            </a:pPr>
            <a:r>
              <a:rPr lang="en-US" sz="2000" b="1" dirty="0">
                <a:highlight>
                  <a:srgbClr val="FFFF00"/>
                </a:highlight>
              </a:rPr>
              <a:t>Broad-spectrum antibiotics </a:t>
            </a:r>
            <a:r>
              <a:rPr lang="en-US" sz="2000" dirty="0"/>
              <a:t>should be administered immediately. Unless contraindicated, patients should be anticoagulated with </a:t>
            </a:r>
            <a:r>
              <a:rPr lang="en-US" sz="2000" b="1" dirty="0">
                <a:highlight>
                  <a:srgbClr val="FFFF00"/>
                </a:highlight>
              </a:rPr>
              <a:t>intravenous unfractionated heparin</a:t>
            </a:r>
            <a:r>
              <a:rPr lang="en-US" sz="2000" dirty="0"/>
              <a:t>. (Recommendation 1B)</a:t>
            </a:r>
          </a:p>
          <a:p>
            <a:pPr>
              <a:buFontTx/>
              <a:buChar char="-"/>
            </a:pPr>
            <a:r>
              <a:rPr lang="en-US" sz="2000" dirty="0"/>
              <a:t>Prompt laparotomy should be done for patients with overt </a:t>
            </a:r>
            <a:r>
              <a:rPr lang="en-US" sz="2000" b="1" dirty="0"/>
              <a:t>peritonitis</a:t>
            </a:r>
            <a:r>
              <a:rPr lang="en-US" sz="2000" dirty="0"/>
              <a:t>. (Recommendation 1A)</a:t>
            </a:r>
          </a:p>
          <a:p>
            <a:pPr>
              <a:buFontTx/>
              <a:buChar char="-"/>
            </a:pPr>
            <a:r>
              <a:rPr lang="en-US" sz="2000" b="1" dirty="0"/>
              <a:t>Endovascular revascularization </a:t>
            </a:r>
            <a:r>
              <a:rPr lang="en-US" sz="2000" dirty="0"/>
              <a:t>procedures </a:t>
            </a:r>
            <a:r>
              <a:rPr lang="en-US" sz="2000" b="1" dirty="0">
                <a:highlight>
                  <a:srgbClr val="FFFF00"/>
                </a:highlight>
              </a:rPr>
              <a:t>may</a:t>
            </a:r>
            <a:r>
              <a:rPr lang="en-US" sz="2000" dirty="0"/>
              <a:t> have a role with partial arterial occlusion. (Recommendation 1C)</a:t>
            </a:r>
          </a:p>
          <a:p>
            <a:pPr>
              <a:buFontTx/>
              <a:buChar char="-"/>
            </a:pPr>
            <a:r>
              <a:rPr lang="en-US" sz="2000" b="1" dirty="0"/>
              <a:t>Mesenteric venous thrombosis </a:t>
            </a:r>
            <a:r>
              <a:rPr lang="en-US" sz="2000" dirty="0"/>
              <a:t>can often be successfully treated with a continuous infusion of </a:t>
            </a:r>
            <a:r>
              <a:rPr lang="en-US" sz="2000" b="1" dirty="0">
                <a:highlight>
                  <a:srgbClr val="FFFF00"/>
                </a:highlight>
              </a:rPr>
              <a:t>unfractionated heparin</a:t>
            </a:r>
            <a:r>
              <a:rPr lang="en-US" sz="2000" dirty="0"/>
              <a:t>. (Recommendation 1B)</a:t>
            </a:r>
          </a:p>
          <a:p>
            <a:pPr>
              <a:buFontTx/>
              <a:buChar char="-"/>
            </a:pPr>
            <a:r>
              <a:rPr lang="en-US" sz="2000" dirty="0"/>
              <a:t>When nonocclusive mesenteric ischemia is suspected, the treatment focus should be to correct the underlying cause and to restore mesenteric perfusion</a:t>
            </a:r>
            <a:r>
              <a:rPr lang="en-US" sz="2000" b="1" dirty="0"/>
              <a:t>. Infarcted bowel should be resected promptly</a:t>
            </a:r>
            <a:r>
              <a:rPr lang="en-US" sz="2000" dirty="0"/>
              <a:t>. (Recommendation 1B)</a:t>
            </a:r>
          </a:p>
        </p:txBody>
      </p:sp>
      <p:sp>
        <p:nvSpPr>
          <p:cNvPr id="4" name="Rectangle 3">
            <a:extLst>
              <a:ext uri="{FF2B5EF4-FFF2-40B4-BE49-F238E27FC236}">
                <a16:creationId xmlns:a16="http://schemas.microsoft.com/office/drawing/2014/main" id="{5E63CAE2-EA4F-44DE-AF31-2231A7C9A2C5}"/>
              </a:ext>
            </a:extLst>
          </p:cNvPr>
          <p:cNvSpPr/>
          <p:nvPr/>
        </p:nvSpPr>
        <p:spPr>
          <a:xfrm>
            <a:off x="0" y="6550223"/>
            <a:ext cx="12192000" cy="307777"/>
          </a:xfrm>
          <a:prstGeom prst="rect">
            <a:avLst/>
          </a:prstGeom>
        </p:spPr>
        <p:txBody>
          <a:bodyPr wrap="square">
            <a:spAutoFit/>
          </a:bodyPr>
          <a:lstStyle/>
          <a:p>
            <a:pPr algn="r"/>
            <a:r>
              <a:rPr lang="en-US" sz="1400" dirty="0">
                <a:latin typeface="Quadraat" panose="02000503060000090004" pitchFamily="2" charset="0"/>
              </a:rPr>
              <a:t>American Gastroenterological Association Medical Position Statement: guidelines on intestinal ischemia. Gastroenterology. 2000;118(5):951-3.</a:t>
            </a:r>
          </a:p>
        </p:txBody>
      </p:sp>
    </p:spTree>
    <p:extLst>
      <p:ext uri="{BB962C8B-B14F-4D97-AF65-F5344CB8AC3E}">
        <p14:creationId xmlns:p14="http://schemas.microsoft.com/office/powerpoint/2010/main" val="19443954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2766218"/>
            <a:ext cx="10515600" cy="1325563"/>
          </a:xfrm>
        </p:spPr>
        <p:txBody>
          <a:bodyPr>
            <a:normAutofit/>
          </a:bodyPr>
          <a:lstStyle/>
          <a:p>
            <a:pPr algn="ctr"/>
            <a:r>
              <a:rPr lang="en-US" dirty="0"/>
              <a:t>Review Questions</a:t>
            </a:r>
          </a:p>
        </p:txBody>
      </p:sp>
    </p:spTree>
    <p:extLst>
      <p:ext uri="{BB962C8B-B14F-4D97-AF65-F5344CB8AC3E}">
        <p14:creationId xmlns:p14="http://schemas.microsoft.com/office/powerpoint/2010/main" val="37861222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453B-769A-49AE-97CB-540007D7AD2F}"/>
              </a:ext>
            </a:extLst>
          </p:cNvPr>
          <p:cNvSpPr>
            <a:spLocks noGrp="1"/>
          </p:cNvSpPr>
          <p:nvPr>
            <p:ph type="title"/>
          </p:nvPr>
        </p:nvSpPr>
        <p:spPr>
          <a:xfrm>
            <a:off x="838199" y="0"/>
            <a:ext cx="10515600" cy="888023"/>
          </a:xfrm>
        </p:spPr>
        <p:txBody>
          <a:bodyPr>
            <a:normAutofit/>
          </a:bodyPr>
          <a:lstStyle/>
          <a:p>
            <a:pPr algn="ctr"/>
            <a:r>
              <a:rPr lang="en-US" dirty="0"/>
              <a:t>Question 1</a:t>
            </a:r>
          </a:p>
        </p:txBody>
      </p:sp>
      <p:sp>
        <p:nvSpPr>
          <p:cNvPr id="3" name="Content Placeholder 2">
            <a:extLst>
              <a:ext uri="{FF2B5EF4-FFF2-40B4-BE49-F238E27FC236}">
                <a16:creationId xmlns:a16="http://schemas.microsoft.com/office/drawing/2014/main" id="{47F7A6D4-438E-4920-B429-7AA4430D1442}"/>
              </a:ext>
            </a:extLst>
          </p:cNvPr>
          <p:cNvSpPr>
            <a:spLocks noGrp="1"/>
          </p:cNvSpPr>
          <p:nvPr>
            <p:ph idx="1"/>
          </p:nvPr>
        </p:nvSpPr>
        <p:spPr>
          <a:xfrm>
            <a:off x="169983" y="888023"/>
            <a:ext cx="11852031" cy="5588977"/>
          </a:xfrm>
        </p:spPr>
        <p:txBody>
          <a:bodyPr>
            <a:normAutofit fontScale="92500" lnSpcReduction="20000"/>
          </a:bodyPr>
          <a:lstStyle/>
          <a:p>
            <a:pPr marL="0" indent="0">
              <a:buNone/>
            </a:pPr>
            <a:r>
              <a:rPr lang="en-US" sz="2000" dirty="0"/>
              <a:t>A 58-year-old woman is evaluated in the emergency department for a 1-day history of nausea and pain in the left lower abdomen, which was followed by the onset of several episodes of dark-red rectal bleeding. Her bowel habits were previously normal, and she has not had tenesmus, fecal urgency, constipation, diarrhea, weight change, or previous abdominal pain. She has no history of gastrointestinal bleeding, alcoholism, chronic liver disease, bleeding disorders, or cancer. Other medical problems are hypertension, hyperlipidemia, and peripheral vascular disease. Her medications are chlorthalidone, ramipril, and simvastatin. She continues to smoke 1 pack of cigarettes daily.</a:t>
            </a:r>
          </a:p>
          <a:p>
            <a:pPr marL="0" indent="0">
              <a:buNone/>
            </a:pPr>
            <a:r>
              <a:rPr lang="en-US" sz="2000" dirty="0"/>
              <a:t>On physical examination, temperature is 37.0 °C (98.6 °F), blood pressure is 125/68 mm Hg, pulse rate is 87/min, and respiration rate is 14/min; BMI is 27. Abdominal examination reveals pain in the left lower abdomen with no guarding or rebound. No abdominal masses are noted, and the liver and spleen are not enlarged. Bowel sounds are diminished in frequency, and abdominal distention is noted. Rectal examination identifies a small amount of fresh blood and clots; no external hemorrhoids or anal fissure are noted. Femoral, popliteal, and dorsalis pedis pulses are diminished bilaterally.</a:t>
            </a:r>
          </a:p>
          <a:p>
            <a:pPr marL="0" indent="0">
              <a:buNone/>
            </a:pPr>
            <a:r>
              <a:rPr lang="en-US" sz="2000" dirty="0"/>
              <a:t>Laboratory studies reveal a hemoglobin level of 10 g/dL (100 g/L), a leukocyte count of 14,000/µL (14 × 109/L), and a platelet count of 215,000/µL (215 × 109/L).</a:t>
            </a:r>
          </a:p>
          <a:p>
            <a:pPr marL="0" indent="0">
              <a:buNone/>
            </a:pPr>
            <a:endParaRPr lang="en-US" sz="2000" dirty="0"/>
          </a:p>
          <a:p>
            <a:pPr marL="0" indent="0">
              <a:buNone/>
            </a:pPr>
            <a:r>
              <a:rPr lang="en-US" sz="2000" dirty="0"/>
              <a:t>Which of the following is the most likely diagnosis?</a:t>
            </a:r>
          </a:p>
          <a:p>
            <a:pPr marL="457200" indent="-457200">
              <a:buAutoNum type="alphaUcParenR"/>
            </a:pPr>
            <a:r>
              <a:rPr lang="en-US" sz="2000" dirty="0"/>
              <a:t>Angiodysplasia</a:t>
            </a:r>
          </a:p>
          <a:p>
            <a:pPr marL="457200" indent="-457200">
              <a:buAutoNum type="alphaUcParenR"/>
            </a:pPr>
            <a:r>
              <a:rPr lang="en-US" sz="2000" dirty="0"/>
              <a:t>Colon cancer</a:t>
            </a:r>
          </a:p>
          <a:p>
            <a:pPr marL="457200" indent="-457200">
              <a:buAutoNum type="alphaUcParenR"/>
            </a:pPr>
            <a:r>
              <a:rPr lang="en-US" sz="2000" dirty="0"/>
              <a:t>Diverticular Bleeding</a:t>
            </a:r>
          </a:p>
          <a:p>
            <a:pPr marL="457200" indent="-457200">
              <a:buAutoNum type="alphaUcParenR"/>
            </a:pPr>
            <a:r>
              <a:rPr lang="en-US" sz="2000" dirty="0"/>
              <a:t>Ischemic colitis</a:t>
            </a:r>
          </a:p>
          <a:p>
            <a:pPr marL="457200" indent="-457200">
              <a:buAutoNum type="alphaUcParenR"/>
            </a:pPr>
            <a:r>
              <a:rPr lang="en-US" sz="2000" dirty="0"/>
              <a:t>Ulcerative colitis</a:t>
            </a:r>
          </a:p>
        </p:txBody>
      </p:sp>
    </p:spTree>
    <p:extLst>
      <p:ext uri="{BB962C8B-B14F-4D97-AF65-F5344CB8AC3E}">
        <p14:creationId xmlns:p14="http://schemas.microsoft.com/office/powerpoint/2010/main" val="6733613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453B-769A-49AE-97CB-540007D7AD2F}"/>
              </a:ext>
            </a:extLst>
          </p:cNvPr>
          <p:cNvSpPr>
            <a:spLocks noGrp="1"/>
          </p:cNvSpPr>
          <p:nvPr>
            <p:ph type="title"/>
          </p:nvPr>
        </p:nvSpPr>
        <p:spPr>
          <a:xfrm>
            <a:off x="838199" y="0"/>
            <a:ext cx="10515600" cy="888023"/>
          </a:xfrm>
        </p:spPr>
        <p:txBody>
          <a:bodyPr>
            <a:normAutofit/>
          </a:bodyPr>
          <a:lstStyle/>
          <a:p>
            <a:pPr algn="ctr"/>
            <a:r>
              <a:rPr lang="en-US" dirty="0"/>
              <a:t>Question 1</a:t>
            </a:r>
          </a:p>
        </p:txBody>
      </p:sp>
      <p:sp>
        <p:nvSpPr>
          <p:cNvPr id="3" name="Content Placeholder 2">
            <a:extLst>
              <a:ext uri="{FF2B5EF4-FFF2-40B4-BE49-F238E27FC236}">
                <a16:creationId xmlns:a16="http://schemas.microsoft.com/office/drawing/2014/main" id="{47F7A6D4-438E-4920-B429-7AA4430D1442}"/>
              </a:ext>
            </a:extLst>
          </p:cNvPr>
          <p:cNvSpPr>
            <a:spLocks noGrp="1"/>
          </p:cNvSpPr>
          <p:nvPr>
            <p:ph idx="1"/>
          </p:nvPr>
        </p:nvSpPr>
        <p:spPr>
          <a:xfrm>
            <a:off x="169983" y="888023"/>
            <a:ext cx="11852031" cy="5588977"/>
          </a:xfrm>
        </p:spPr>
        <p:txBody>
          <a:bodyPr>
            <a:normAutofit fontScale="92500" lnSpcReduction="20000"/>
          </a:bodyPr>
          <a:lstStyle/>
          <a:p>
            <a:pPr marL="0" indent="0">
              <a:buNone/>
            </a:pPr>
            <a:r>
              <a:rPr lang="en-US" sz="2000" dirty="0"/>
              <a:t>A 58-year-old woman is evaluated in the emergency department for a 1-day history of nausea and pain in the left lower abdomen, which was followed by the onset of several episodes of dark-red rectal bleeding. Her bowel habits were previously normal, and she has not had tenesmus, fecal urgency, constipation, diarrhea, weight change, or previous abdominal pain. She has no history of gastrointestinal bleeding, alcoholism, chronic liver disease, bleeding disorders, or cancer. Other medical problems are hypertension, hyperlipidemia, and peripheral vascular disease. Her medications are chlorthalidone, ramipril, and simvastatin. She continues to smoke 1 pack of cigarettes daily.</a:t>
            </a:r>
          </a:p>
          <a:p>
            <a:pPr marL="0" indent="0">
              <a:buNone/>
            </a:pPr>
            <a:r>
              <a:rPr lang="en-US" sz="2000" dirty="0"/>
              <a:t>On physical examination, temperature is 37.0 °C (98.6 °F), blood pressure is 125/68 mm Hg, pulse rate is 87/min, and respiration rate is 14/min; BMI is 27. Abdominal examination reveals pain in the left lower abdomen with no guarding or rebound. No abdominal masses are noted, and the liver and spleen are not enlarged. Bowel sounds are diminished in frequency, and abdominal distention is noted. Rectal examination identifies a small amount of fresh blood and clots; no external hemorrhoids or anal fissure are noted. Femoral, popliteal, and dorsalis pedis pulses are diminished bilaterally.</a:t>
            </a:r>
          </a:p>
          <a:p>
            <a:pPr marL="0" indent="0">
              <a:buNone/>
            </a:pPr>
            <a:r>
              <a:rPr lang="en-US" sz="2000" dirty="0"/>
              <a:t>Laboratory studies reveal a hemoglobin level of 10 g/dL (100 g/L), a leukocyte count of 14,000/µL (14 × 109/L), and a platelet count of 215,000/µL (215 × 109/L).</a:t>
            </a:r>
          </a:p>
          <a:p>
            <a:pPr marL="0" indent="0">
              <a:buNone/>
            </a:pPr>
            <a:endParaRPr lang="en-US" sz="2000" dirty="0"/>
          </a:p>
          <a:p>
            <a:pPr marL="0" indent="0">
              <a:buNone/>
            </a:pPr>
            <a:r>
              <a:rPr lang="en-US" sz="2000" dirty="0"/>
              <a:t>Which of the following is the most likely diagnosis?</a:t>
            </a:r>
          </a:p>
          <a:p>
            <a:pPr marL="457200" indent="-457200">
              <a:buAutoNum type="alphaUcParenR"/>
            </a:pPr>
            <a:r>
              <a:rPr lang="en-US" sz="2000" dirty="0"/>
              <a:t>Angiodysplasia</a:t>
            </a:r>
          </a:p>
          <a:p>
            <a:pPr marL="457200" indent="-457200">
              <a:buAutoNum type="alphaUcParenR"/>
            </a:pPr>
            <a:r>
              <a:rPr lang="en-US" sz="2000" dirty="0"/>
              <a:t>Colon cancer</a:t>
            </a:r>
          </a:p>
          <a:p>
            <a:pPr marL="457200" indent="-457200">
              <a:buAutoNum type="alphaUcParenR"/>
            </a:pPr>
            <a:r>
              <a:rPr lang="en-US" sz="2000" dirty="0"/>
              <a:t>Diverticular Bleeding</a:t>
            </a:r>
          </a:p>
          <a:p>
            <a:pPr marL="457200" indent="-457200">
              <a:buAutoNum type="alphaUcParenR"/>
            </a:pPr>
            <a:r>
              <a:rPr lang="en-US" sz="2000" dirty="0">
                <a:solidFill>
                  <a:srgbClr val="FF0000"/>
                </a:solidFill>
                <a:highlight>
                  <a:srgbClr val="FFFF00"/>
                </a:highlight>
              </a:rPr>
              <a:t>Ischemic colitis</a:t>
            </a:r>
          </a:p>
          <a:p>
            <a:pPr marL="457200" indent="-457200">
              <a:buAutoNum type="alphaUcParenR"/>
            </a:pPr>
            <a:r>
              <a:rPr lang="en-US" sz="2000" dirty="0"/>
              <a:t>Ulcerative colitis</a:t>
            </a:r>
          </a:p>
        </p:txBody>
      </p:sp>
    </p:spTree>
    <p:extLst>
      <p:ext uri="{BB962C8B-B14F-4D97-AF65-F5344CB8AC3E}">
        <p14:creationId xmlns:p14="http://schemas.microsoft.com/office/powerpoint/2010/main" val="17292633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453B-769A-49AE-97CB-540007D7AD2F}"/>
              </a:ext>
            </a:extLst>
          </p:cNvPr>
          <p:cNvSpPr>
            <a:spLocks noGrp="1"/>
          </p:cNvSpPr>
          <p:nvPr>
            <p:ph type="title"/>
          </p:nvPr>
        </p:nvSpPr>
        <p:spPr>
          <a:xfrm>
            <a:off x="838199" y="0"/>
            <a:ext cx="10515600" cy="888023"/>
          </a:xfrm>
        </p:spPr>
        <p:txBody>
          <a:bodyPr>
            <a:normAutofit/>
          </a:bodyPr>
          <a:lstStyle/>
          <a:p>
            <a:pPr algn="ctr"/>
            <a:r>
              <a:rPr lang="en-US" dirty="0"/>
              <a:t>Question 2</a:t>
            </a:r>
          </a:p>
        </p:txBody>
      </p:sp>
      <p:sp>
        <p:nvSpPr>
          <p:cNvPr id="3" name="Content Placeholder 2">
            <a:extLst>
              <a:ext uri="{FF2B5EF4-FFF2-40B4-BE49-F238E27FC236}">
                <a16:creationId xmlns:a16="http://schemas.microsoft.com/office/drawing/2014/main" id="{47F7A6D4-438E-4920-B429-7AA4430D1442}"/>
              </a:ext>
            </a:extLst>
          </p:cNvPr>
          <p:cNvSpPr>
            <a:spLocks noGrp="1"/>
          </p:cNvSpPr>
          <p:nvPr>
            <p:ph idx="1"/>
          </p:nvPr>
        </p:nvSpPr>
        <p:spPr>
          <a:xfrm>
            <a:off x="169983" y="888023"/>
            <a:ext cx="11852031" cy="5588977"/>
          </a:xfrm>
        </p:spPr>
        <p:txBody>
          <a:bodyPr>
            <a:normAutofit fontScale="85000" lnSpcReduction="20000"/>
          </a:bodyPr>
          <a:lstStyle/>
          <a:p>
            <a:pPr marL="0" indent="0">
              <a:buNone/>
            </a:pPr>
            <a:r>
              <a:rPr lang="en-US" dirty="0"/>
              <a:t>A 48-year-old woman is evaluated for a 3-month history of anorexia associated with a 9.1-kg (20.0-lb) weight loss. Six months ago she began having nausea, vomiting, meal-related abdominal pain and bloating, and diarrhea. Other medical problems include dyslipidemia and hypertension treated with simvastatin, chlorthalidone, and lisinopril. She has a 25-pack-year history of smoking.</a:t>
            </a:r>
          </a:p>
          <a:p>
            <a:pPr marL="0" indent="0">
              <a:buNone/>
            </a:pPr>
            <a:r>
              <a:rPr lang="en-US" dirty="0"/>
              <a:t>On physical examination, blood pressure is 140/85 mm Hg and pulse rate is 88/min; BMI is 17. A bruit is audible in the upper abdomen and over both femoral arteries. Dorsalis pedis and posterior tibial pulses are diminished bilaterally.</a:t>
            </a:r>
          </a:p>
          <a:p>
            <a:pPr marL="0" indent="0">
              <a:buNone/>
            </a:pPr>
            <a:r>
              <a:rPr lang="en-US" dirty="0"/>
              <a:t>Upper endoscopy findings are normal. CT scan of the abdomen and pelvis demonstrates a dilated and debris-filled stomach and diffuse dilation of the small bowel.</a:t>
            </a:r>
          </a:p>
          <a:p>
            <a:pPr marL="0" indent="0">
              <a:buNone/>
            </a:pPr>
            <a:endParaRPr lang="en-US" dirty="0"/>
          </a:p>
          <a:p>
            <a:pPr marL="0" indent="0">
              <a:buNone/>
            </a:pPr>
            <a:r>
              <a:rPr lang="en-US" dirty="0"/>
              <a:t>Which of the following diagnostic tests should be done next?</a:t>
            </a:r>
          </a:p>
          <a:p>
            <a:pPr marL="514350" indent="-514350">
              <a:buAutoNum type="alphaUcParenR"/>
            </a:pPr>
            <a:r>
              <a:rPr lang="en-US" dirty="0"/>
              <a:t>Abdominal ultrasonography</a:t>
            </a:r>
          </a:p>
          <a:p>
            <a:pPr marL="514350" indent="-514350">
              <a:buAutoNum type="alphaUcParenR"/>
            </a:pPr>
            <a:r>
              <a:rPr lang="en-US" dirty="0"/>
              <a:t>Capsule endoscopy</a:t>
            </a:r>
          </a:p>
          <a:p>
            <a:pPr marL="514350" indent="-514350">
              <a:buAutoNum type="alphaUcParenR"/>
            </a:pPr>
            <a:r>
              <a:rPr lang="en-US" dirty="0"/>
              <a:t>CT angiography</a:t>
            </a:r>
          </a:p>
          <a:p>
            <a:pPr marL="514350" indent="-514350">
              <a:buAutoNum type="alphaUcParenR"/>
            </a:pPr>
            <a:r>
              <a:rPr lang="en-US" dirty="0"/>
              <a:t>Splanchnic angiography</a:t>
            </a:r>
          </a:p>
        </p:txBody>
      </p:sp>
    </p:spTree>
    <p:extLst>
      <p:ext uri="{BB962C8B-B14F-4D97-AF65-F5344CB8AC3E}">
        <p14:creationId xmlns:p14="http://schemas.microsoft.com/office/powerpoint/2010/main" val="39505723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453B-769A-49AE-97CB-540007D7AD2F}"/>
              </a:ext>
            </a:extLst>
          </p:cNvPr>
          <p:cNvSpPr>
            <a:spLocks noGrp="1"/>
          </p:cNvSpPr>
          <p:nvPr>
            <p:ph type="title"/>
          </p:nvPr>
        </p:nvSpPr>
        <p:spPr>
          <a:xfrm>
            <a:off x="838199" y="0"/>
            <a:ext cx="10515600" cy="888023"/>
          </a:xfrm>
        </p:spPr>
        <p:txBody>
          <a:bodyPr>
            <a:normAutofit/>
          </a:bodyPr>
          <a:lstStyle/>
          <a:p>
            <a:pPr algn="ctr"/>
            <a:r>
              <a:rPr lang="en-US" dirty="0"/>
              <a:t>Question 2</a:t>
            </a:r>
          </a:p>
        </p:txBody>
      </p:sp>
      <p:sp>
        <p:nvSpPr>
          <p:cNvPr id="3" name="Content Placeholder 2">
            <a:extLst>
              <a:ext uri="{FF2B5EF4-FFF2-40B4-BE49-F238E27FC236}">
                <a16:creationId xmlns:a16="http://schemas.microsoft.com/office/drawing/2014/main" id="{47F7A6D4-438E-4920-B429-7AA4430D1442}"/>
              </a:ext>
            </a:extLst>
          </p:cNvPr>
          <p:cNvSpPr>
            <a:spLocks noGrp="1"/>
          </p:cNvSpPr>
          <p:nvPr>
            <p:ph idx="1"/>
          </p:nvPr>
        </p:nvSpPr>
        <p:spPr>
          <a:xfrm>
            <a:off x="169983" y="888023"/>
            <a:ext cx="11852031" cy="5588977"/>
          </a:xfrm>
        </p:spPr>
        <p:txBody>
          <a:bodyPr>
            <a:normAutofit fontScale="85000" lnSpcReduction="20000"/>
          </a:bodyPr>
          <a:lstStyle/>
          <a:p>
            <a:pPr marL="0" indent="0">
              <a:buNone/>
            </a:pPr>
            <a:r>
              <a:rPr lang="en-US" dirty="0"/>
              <a:t>A 48-year-old woman is evaluated for a 3-month history of anorexia associated with a 9.1-kg (20.0-lb) weight loss. Six months ago she began having nausea, vomiting, meal-related abdominal pain and bloating, and diarrhea. Other medical problems include dyslipidemia and hypertension treated with simvastatin, chlorthalidone, and lisinopril. She has a 25-pack-year history of smoking.</a:t>
            </a:r>
          </a:p>
          <a:p>
            <a:pPr marL="0" indent="0">
              <a:buNone/>
            </a:pPr>
            <a:r>
              <a:rPr lang="en-US" dirty="0"/>
              <a:t>On physical examination, blood pressure is 140/85 mm Hg and pulse rate is 88/min; BMI is 17. A bruit is audible in the upper abdomen and over both femoral arteries. Dorsalis pedis and posterior tibial pulses are diminished bilaterally.</a:t>
            </a:r>
          </a:p>
          <a:p>
            <a:pPr marL="0" indent="0">
              <a:buNone/>
            </a:pPr>
            <a:r>
              <a:rPr lang="en-US" dirty="0"/>
              <a:t>Upper endoscopy findings are normal. CT scan of the abdomen and pelvis demonstrates a dilated and debris-filled stomach and diffuse dilation of the small bowel.</a:t>
            </a:r>
          </a:p>
          <a:p>
            <a:pPr marL="0" indent="0">
              <a:buNone/>
            </a:pPr>
            <a:endParaRPr lang="en-US" dirty="0"/>
          </a:p>
          <a:p>
            <a:pPr marL="0" indent="0">
              <a:buNone/>
            </a:pPr>
            <a:r>
              <a:rPr lang="en-US" dirty="0"/>
              <a:t>Which of the following diagnostic tests should be done next?</a:t>
            </a:r>
          </a:p>
          <a:p>
            <a:pPr marL="514350" indent="-514350">
              <a:buAutoNum type="alphaUcParenR"/>
            </a:pPr>
            <a:r>
              <a:rPr lang="en-US" dirty="0"/>
              <a:t>Abdominal ultrasonography</a:t>
            </a:r>
          </a:p>
          <a:p>
            <a:pPr marL="514350" indent="-514350">
              <a:buAutoNum type="alphaUcParenR"/>
            </a:pPr>
            <a:r>
              <a:rPr lang="en-US" dirty="0"/>
              <a:t>Capsule endoscopy</a:t>
            </a:r>
          </a:p>
          <a:p>
            <a:pPr marL="514350" indent="-514350">
              <a:buAutoNum type="alphaUcParenR"/>
            </a:pPr>
            <a:r>
              <a:rPr lang="en-US" dirty="0">
                <a:highlight>
                  <a:srgbClr val="FFFF00"/>
                </a:highlight>
              </a:rPr>
              <a:t>CT angiography</a:t>
            </a:r>
          </a:p>
          <a:p>
            <a:pPr marL="514350" indent="-514350">
              <a:buAutoNum type="alphaUcParenR"/>
            </a:pPr>
            <a:r>
              <a:rPr lang="en-US" dirty="0"/>
              <a:t>Splanchnic angiography</a:t>
            </a:r>
          </a:p>
        </p:txBody>
      </p:sp>
    </p:spTree>
    <p:extLst>
      <p:ext uri="{BB962C8B-B14F-4D97-AF65-F5344CB8AC3E}">
        <p14:creationId xmlns:p14="http://schemas.microsoft.com/office/powerpoint/2010/main" val="25593639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EF0B-0C74-443C-868C-CBD908534186}"/>
              </a:ext>
            </a:extLst>
          </p:cNvPr>
          <p:cNvSpPr>
            <a:spLocks noGrp="1"/>
          </p:cNvSpPr>
          <p:nvPr>
            <p:ph type="title"/>
          </p:nvPr>
        </p:nvSpPr>
        <p:spPr>
          <a:xfrm>
            <a:off x="838200" y="1705709"/>
            <a:ext cx="10515600" cy="3446582"/>
          </a:xfrm>
        </p:spPr>
        <p:txBody>
          <a:bodyPr>
            <a:normAutofit/>
          </a:bodyPr>
          <a:lstStyle/>
          <a:p>
            <a:pPr algn="ctr"/>
            <a:r>
              <a:rPr lang="en-US" dirty="0"/>
              <a:t>Thank you.</a:t>
            </a:r>
            <a:br>
              <a:rPr lang="en-US" dirty="0"/>
            </a:br>
            <a:br>
              <a:rPr lang="en-US" dirty="0"/>
            </a:br>
            <a:r>
              <a:rPr lang="en-US" dirty="0">
                <a:solidFill>
                  <a:srgbClr val="FF0000"/>
                </a:solidFill>
              </a:rPr>
              <a:t>Questions?</a:t>
            </a:r>
          </a:p>
        </p:txBody>
      </p:sp>
    </p:spTree>
    <p:extLst>
      <p:ext uri="{BB962C8B-B14F-4D97-AF65-F5344CB8AC3E}">
        <p14:creationId xmlns:p14="http://schemas.microsoft.com/office/powerpoint/2010/main" val="408588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2058</TotalTime>
  <Words>3358</Words>
  <Application>Microsoft Macintosh PowerPoint</Application>
  <PresentationFormat>Widescreen</PresentationFormat>
  <Paragraphs>406</Paragraphs>
  <Slides>94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94</vt:i4>
      </vt:variant>
    </vt:vector>
  </HeadingPairs>
  <TitlesOfParts>
    <vt:vector size="98" baseType="lpstr">
      <vt:lpstr>Calibri</vt:lpstr>
      <vt:lpstr>Quadraat</vt:lpstr>
      <vt:lpstr>Arial</vt:lpstr>
      <vt:lpstr>Office Theme</vt:lpstr>
      <vt:lpstr>Mesenteric Ischemia and Ischemic colitis</vt:lpstr>
      <vt:lpstr>Case presentation</vt:lpstr>
      <vt:lpstr>Case presentation</vt:lpstr>
      <vt:lpstr>Case presentation</vt:lpstr>
      <vt:lpstr>Case presentation</vt:lpstr>
      <vt:lpstr>Physical exam</vt:lpstr>
      <vt:lpstr>What’s your next step?</vt:lpstr>
      <vt:lpstr>PowerPoint Presentation</vt:lpstr>
      <vt:lpstr>CT Abdomen/Pelvis without IV contrast</vt:lpstr>
      <vt:lpstr>PowerPoint Presentation</vt:lpstr>
      <vt:lpstr>Laboratory investigations</vt:lpstr>
      <vt:lpstr>Laboratory investigations</vt:lpstr>
      <vt:lpstr>Laboratory investigations</vt:lpstr>
      <vt:lpstr>Laboratory investigations</vt:lpstr>
      <vt:lpstr>What are your differential diagnoses?</vt:lpstr>
      <vt:lpstr>Colitis</vt:lpstr>
      <vt:lpstr>Definition</vt:lpstr>
      <vt:lpstr>Definition</vt:lpstr>
      <vt:lpstr>Etiologies of Colitis</vt:lpstr>
      <vt:lpstr>PowerPoint Presentation</vt:lpstr>
      <vt:lpstr>PowerPoint Presentation</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Ischemic colitis vs mesenteric ischemia</vt:lpstr>
      <vt:lpstr>Nostalgic anatomy</vt:lpstr>
      <vt:lpstr>PowerPoint Presentation</vt:lpstr>
      <vt:lpstr>PowerPoint Presentation</vt:lpstr>
      <vt:lpstr>Types of mesenteric ischemia</vt:lpstr>
      <vt:lpstr>Types of mesenteric ischemia</vt:lpstr>
      <vt:lpstr>PowerPoint Presentation</vt:lpstr>
      <vt:lpstr>PowerPoint Presentation</vt:lpstr>
      <vt:lpstr>Nonocclusive mesenteric ischemia</vt:lpstr>
      <vt:lpstr>What common cardiac medication can result in acute nonocclusive mesenteric ischemia and ischemic colitis?</vt:lpstr>
      <vt:lpstr>What common cardiac medication can result in acute nonocclusive mesenteric ischemia and ischemic colitis?</vt:lpstr>
      <vt:lpstr>PowerPoint Presentation</vt:lpstr>
      <vt:lpstr>Acute mesenteric arterial embolism</vt:lpstr>
      <vt:lpstr>PowerPoint Presentation</vt:lpstr>
      <vt:lpstr>Acute mesenteric arterial thrombosis</vt:lpstr>
      <vt:lpstr>PowerPoint Presentation</vt:lpstr>
      <vt:lpstr>Acute mesenteric venous thrombosis</vt:lpstr>
      <vt:lpstr>When to suspect mesenteric ischemia? i.e. what is the most pathognomonic clinical finding?</vt:lpstr>
      <vt:lpstr>When to suspect mesenteric ischemia? i.e. what is the most pathognomonic clinical finding?</vt:lpstr>
      <vt:lpstr>How to differentiate?</vt:lpstr>
      <vt:lpstr>PowerPoint Presentation</vt:lpstr>
      <vt:lpstr>Even with all those symptoms and signs, what would be your differential diagnosis for a patient with all of the above?</vt:lpstr>
      <vt:lpstr>Abdominal Abscess Abdominal Angina Abdominal Aortic Aneurysm Acute Abdomen and Pregnancy Acute Cholecystitis and Biliary Colic Acute Intermittent Porphyria Acute Pancreatitis Acute Pyelonephritis Aortic Dissection Appendicitis Bacterial Pneumonia Bacterial Sepsis Biliary Disease Biliary Obstruction Boerhaave Syndrome Cholangitis Cholecystitis Diverticulitis Ectopic Pregnancy Esophageal Rupture Gallstones (Cholelithiasis) Gastric Volvulus Helicobacter Pylori Infection Hypovolemic Shock Postoperative Ileus Intestinal Perforation Lactic Acidosis Large-Bowel Obstruction Multiple Organ Dysfunction Syndrome in Sepsis Myocardial Infarction Nephrolithiasis Pneumothorax Imaging Septic Shock Small-Bowel Obstruction Testicular Torsion Imaging</vt:lpstr>
      <vt:lpstr>Abdominal Abscess Abdominal Angina Abdominal Aortic Aneurysm Acute Abdomen and Pregnancy Acute Cholecystitis and Biliary Colic Acute Intermittent Porphyria Acute Pancreatitis Acute Pyelonephritis Aortic Dissection Appendicitis Bacterial Pneumonia Bacterial Sepsis Biliary Disease Biliary Obstruction Boerhaave Syndrome Cholangitis Cholecystitis Diverticulitis Ectopic Pregnancy Esophageal Rupture Gallstones (Cholelithiasis) Gastric Volvulus Helicobacter Pylori Infection Hypovolemic Shock Postoperative Ileus Intestinal Perforation Lactic Acidosis Large-Bowel Obstruction Multiple Organ Dysfunction Syndrome in Sepsis Myocardial Infarction Nephrolithiasis Pneumothorax Imaging Septic Shock Small-Bowel Obstruction Testicular Torsion Imaging</vt:lpstr>
      <vt:lpstr>Work-up and diagnostic modalities</vt:lpstr>
      <vt:lpstr>Laboratory studies</vt:lpstr>
      <vt:lpstr>Imaging studies</vt:lpstr>
      <vt:lpstr>The good ol’ plain abdominal film (“KUB”)</vt:lpstr>
      <vt:lpstr>The good ol’ plain abdominal film (“KUB”)</vt:lpstr>
      <vt:lpstr>The good ol’ plain abdominal film (“KUB”)</vt:lpstr>
      <vt:lpstr>The good ol’ plain abdominal film (“KUB”)</vt:lpstr>
      <vt:lpstr>Abdominal plain x-rays</vt:lpstr>
      <vt:lpstr>CTA of the abdomen and pelvis</vt:lpstr>
      <vt:lpstr>PowerPoint Presentation</vt:lpstr>
      <vt:lpstr>Classic “arrow” signs on CTA</vt:lpstr>
      <vt:lpstr>PowerPoint Presentation</vt:lpstr>
      <vt:lpstr>PowerPoint Presentation</vt:lpstr>
      <vt:lpstr>PowerPoint Presentation</vt:lpstr>
      <vt:lpstr>PowerPoint Presentation</vt:lpstr>
      <vt:lpstr>CTA of the abdomen and pelvis</vt:lpstr>
      <vt:lpstr>Other imaging modalities</vt:lpstr>
      <vt:lpstr>I know what you’re thinking…</vt:lpstr>
      <vt:lpstr>I know what you’re thinking… “How about colonoscopy?”</vt:lpstr>
      <vt:lpstr>I know what you’re thinking… “How about colonoscopy?”  This is a GI conference, after all…</vt:lpstr>
      <vt:lpstr>Role of colonoscopy in ischemic colitis</vt:lpstr>
      <vt:lpstr>PowerPoint Presentation</vt:lpstr>
      <vt:lpstr>PowerPoint Presentation</vt:lpstr>
      <vt:lpstr>PowerPoint Presentation</vt:lpstr>
      <vt:lpstr>Treatment</vt:lpstr>
      <vt:lpstr>PowerPoint Presentation</vt:lpstr>
      <vt:lpstr>Antiplatelets</vt:lpstr>
      <vt:lpstr>PowerPoint Presentation</vt:lpstr>
      <vt:lpstr>Potent smooth muscle spasmolytic and thus vasodilator, used specifically for mesenteric ischemia</vt:lpstr>
      <vt:lpstr>In Summary</vt:lpstr>
      <vt:lpstr>“Time equal brain”</vt:lpstr>
      <vt:lpstr>“Time equal brain” “Time equal muscle”</vt:lpstr>
      <vt:lpstr>“Time equal brain” “Time equal muscle” “Time equal bowel”</vt:lpstr>
      <vt:lpstr>AGA statements regarding acute mesenteric ischemia (updated in 2000)</vt:lpstr>
      <vt:lpstr>Review Questions</vt:lpstr>
      <vt:lpstr>Question 1</vt:lpstr>
      <vt:lpstr>Question 1</vt:lpstr>
      <vt:lpstr>Question 2</vt:lpstr>
      <vt:lpstr>Question 2</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Morning Report</dc:title>
  <dc:creator>Mohammad Almeqdadi</dc:creator>
  <cp:lastModifiedBy>Mohammad Almeqdadi</cp:lastModifiedBy>
  <cp:revision>166</cp:revision>
  <dcterms:created xsi:type="dcterms:W3CDTF">2018-11-13T19:18:49Z</dcterms:created>
  <dcterms:modified xsi:type="dcterms:W3CDTF">2019-09-30T01:12:00Z</dcterms:modified>
</cp:coreProperties>
</file>